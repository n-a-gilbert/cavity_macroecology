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4297363" cy="1646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19" userDrawn="1">
          <p15:clr>
            <a:srgbClr val="A4A3A4"/>
          </p15:clr>
        </p15:guide>
        <p15:guide id="2" pos="13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68A"/>
    <a:srgbClr val="BC3753"/>
    <a:srgbClr val="B4E7C3"/>
    <a:srgbClr val="357F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7324DC-CEA7-4B60-AC2E-B57D73AAFA42}" v="4" dt="2025-11-20T17:02:01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1" autoAdjust="0"/>
    <p:restoredTop sz="94660"/>
  </p:normalViewPr>
  <p:slideViewPr>
    <p:cSldViewPr snapToGrid="0" showGuides="1">
      <p:cViewPr varScale="1">
        <p:scale>
          <a:sx n="222" d="100"/>
          <a:sy n="222" d="100"/>
        </p:scale>
        <p:origin x="156" y="108"/>
      </p:cViewPr>
      <p:guideLst>
        <p:guide orient="horz" pos="519"/>
        <p:guide pos="13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bert, Neil" userId="37be9f5c-8f28-415b-96d6-624acf93bb3f" providerId="ADAL" clId="{18ED56B6-1921-416C-9A28-3F6F3C8390B5}"/>
    <pc:docChg chg="undo custSel modSld">
      <pc:chgData name="Gilbert, Neil" userId="37be9f5c-8f28-415b-96d6-624acf93bb3f" providerId="ADAL" clId="{18ED56B6-1921-416C-9A28-3F6F3C8390B5}" dt="2025-10-30T19:39:52.945" v="470" actId="1076"/>
      <pc:docMkLst>
        <pc:docMk/>
      </pc:docMkLst>
      <pc:sldChg chg="addSp delSp modSp mod">
        <pc:chgData name="Gilbert, Neil" userId="37be9f5c-8f28-415b-96d6-624acf93bb3f" providerId="ADAL" clId="{18ED56B6-1921-416C-9A28-3F6F3C8390B5}" dt="2025-10-30T19:39:52.945" v="470" actId="1076"/>
        <pc:sldMkLst>
          <pc:docMk/>
          <pc:sldMk cId="3639298815" sldId="256"/>
        </pc:sldMkLst>
        <pc:spChg chg="mod">
          <ac:chgData name="Gilbert, Neil" userId="37be9f5c-8f28-415b-96d6-624acf93bb3f" providerId="ADAL" clId="{18ED56B6-1921-416C-9A28-3F6F3C8390B5}" dt="2025-10-23T21:58:57.483" v="390"/>
          <ac:spMkLst>
            <pc:docMk/>
            <pc:sldMk cId="3639298815" sldId="256"/>
            <ac:spMk id="59" creationId="{D774D944-0A6A-50BD-4EB5-B9049CFAC287}"/>
          </ac:spMkLst>
        </pc:spChg>
        <pc:spChg chg="mod">
          <ac:chgData name="Gilbert, Neil" userId="37be9f5c-8f28-415b-96d6-624acf93bb3f" providerId="ADAL" clId="{18ED56B6-1921-416C-9A28-3F6F3C8390B5}" dt="2025-10-23T21:58:57.483" v="390"/>
          <ac:spMkLst>
            <pc:docMk/>
            <pc:sldMk cId="3639298815" sldId="256"/>
            <ac:spMk id="63" creationId="{20F15701-691B-DFA1-03BC-DB9B232BA4C1}"/>
          </ac:spMkLst>
        </pc:spChg>
        <pc:spChg chg="mod">
          <ac:chgData name="Gilbert, Neil" userId="37be9f5c-8f28-415b-96d6-624acf93bb3f" providerId="ADAL" clId="{18ED56B6-1921-416C-9A28-3F6F3C8390B5}" dt="2025-10-23T21:58:57.483" v="390"/>
          <ac:spMkLst>
            <pc:docMk/>
            <pc:sldMk cId="3639298815" sldId="256"/>
            <ac:spMk id="64" creationId="{38372962-99B6-F878-5F8F-F8F8D9AC1061}"/>
          </ac:spMkLst>
        </pc:spChg>
        <pc:spChg chg="mod">
          <ac:chgData name="Gilbert, Neil" userId="37be9f5c-8f28-415b-96d6-624acf93bb3f" providerId="ADAL" clId="{18ED56B6-1921-416C-9A28-3F6F3C8390B5}" dt="2025-10-23T21:58:57.483" v="390"/>
          <ac:spMkLst>
            <pc:docMk/>
            <pc:sldMk cId="3639298815" sldId="256"/>
            <ac:spMk id="65" creationId="{661F7F69-BAC1-B527-0406-606B23875A59}"/>
          </ac:spMkLst>
        </pc:spChg>
        <pc:spChg chg="mod">
          <ac:chgData name="Gilbert, Neil" userId="37be9f5c-8f28-415b-96d6-624acf93bb3f" providerId="ADAL" clId="{18ED56B6-1921-416C-9A28-3F6F3C8390B5}" dt="2025-10-23T21:58:57.483" v="390"/>
          <ac:spMkLst>
            <pc:docMk/>
            <pc:sldMk cId="3639298815" sldId="256"/>
            <ac:spMk id="66" creationId="{C4D9FEEB-B563-A20E-A9CB-8429FB13B45B}"/>
          </ac:spMkLst>
        </pc:spChg>
        <pc:spChg chg="mod">
          <ac:chgData name="Gilbert, Neil" userId="37be9f5c-8f28-415b-96d6-624acf93bb3f" providerId="ADAL" clId="{18ED56B6-1921-416C-9A28-3F6F3C8390B5}" dt="2025-10-23T21:58:57.483" v="390"/>
          <ac:spMkLst>
            <pc:docMk/>
            <pc:sldMk cId="3639298815" sldId="256"/>
            <ac:spMk id="67" creationId="{CDCFEFBC-CAAB-8304-A3E4-9CDB7CEEEC4D}"/>
          </ac:spMkLst>
        </pc:spChg>
        <pc:spChg chg="mod">
          <ac:chgData name="Gilbert, Neil" userId="37be9f5c-8f28-415b-96d6-624acf93bb3f" providerId="ADAL" clId="{18ED56B6-1921-416C-9A28-3F6F3C8390B5}" dt="2025-10-23T21:58:57.483" v="390"/>
          <ac:spMkLst>
            <pc:docMk/>
            <pc:sldMk cId="3639298815" sldId="256"/>
            <ac:spMk id="68" creationId="{D6F2FBDF-DB1B-D2A9-4BAE-70BBEFB29700}"/>
          </ac:spMkLst>
        </pc:spChg>
        <pc:spChg chg="mod">
          <ac:chgData name="Gilbert, Neil" userId="37be9f5c-8f28-415b-96d6-624acf93bb3f" providerId="ADAL" clId="{18ED56B6-1921-416C-9A28-3F6F3C8390B5}" dt="2025-10-23T21:58:57.483" v="390"/>
          <ac:spMkLst>
            <pc:docMk/>
            <pc:sldMk cId="3639298815" sldId="256"/>
            <ac:spMk id="69" creationId="{0B38313F-7368-8ABC-B9A1-5373158F3813}"/>
          </ac:spMkLst>
        </pc:spChg>
        <pc:spChg chg="mod">
          <ac:chgData name="Gilbert, Neil" userId="37be9f5c-8f28-415b-96d6-624acf93bb3f" providerId="ADAL" clId="{18ED56B6-1921-416C-9A28-3F6F3C8390B5}" dt="2025-10-23T21:58:57.483" v="390"/>
          <ac:spMkLst>
            <pc:docMk/>
            <pc:sldMk cId="3639298815" sldId="256"/>
            <ac:spMk id="70" creationId="{39F4DCA6-41E4-ACE3-81ED-138A452E7918}"/>
          </ac:spMkLst>
        </pc:spChg>
        <pc:spChg chg="mod">
          <ac:chgData name="Gilbert, Neil" userId="37be9f5c-8f28-415b-96d6-624acf93bb3f" providerId="ADAL" clId="{18ED56B6-1921-416C-9A28-3F6F3C8390B5}" dt="2025-10-23T21:58:57.483" v="390"/>
          <ac:spMkLst>
            <pc:docMk/>
            <pc:sldMk cId="3639298815" sldId="256"/>
            <ac:spMk id="74" creationId="{AA9C3F95-E922-5EF3-4C62-8B4F42794C14}"/>
          </ac:spMkLst>
        </pc:spChg>
        <pc:picChg chg="add mod modCrop">
          <ac:chgData name="Gilbert, Neil" userId="37be9f5c-8f28-415b-96d6-624acf93bb3f" providerId="ADAL" clId="{18ED56B6-1921-416C-9A28-3F6F3C8390B5}" dt="2025-10-30T14:30:20.987" v="415" actId="1076"/>
          <ac:picMkLst>
            <pc:docMk/>
            <pc:sldMk cId="3639298815" sldId="256"/>
            <ac:picMk id="3" creationId="{847D94C0-6B25-9F80-D240-F7BFCE32AAFC}"/>
          </ac:picMkLst>
        </pc:picChg>
        <pc:picChg chg="add mod modCrop">
          <ac:chgData name="Gilbert, Neil" userId="37be9f5c-8f28-415b-96d6-624acf93bb3f" providerId="ADAL" clId="{18ED56B6-1921-416C-9A28-3F6F3C8390B5}" dt="2025-10-30T14:32:13.896" v="441" actId="1076"/>
          <ac:picMkLst>
            <pc:docMk/>
            <pc:sldMk cId="3639298815" sldId="256"/>
            <ac:picMk id="5" creationId="{5C47C743-D069-B5A6-3B40-41068BF8A75B}"/>
          </ac:picMkLst>
        </pc:picChg>
        <pc:picChg chg="add mod modCrop">
          <ac:chgData name="Gilbert, Neil" userId="37be9f5c-8f28-415b-96d6-624acf93bb3f" providerId="ADAL" clId="{18ED56B6-1921-416C-9A28-3F6F3C8390B5}" dt="2025-10-30T19:39:52.945" v="470" actId="1076"/>
          <ac:picMkLst>
            <pc:docMk/>
            <pc:sldMk cId="3639298815" sldId="256"/>
            <ac:picMk id="7" creationId="{3BF26906-4C04-4855-6D59-82AC861F85BB}"/>
          </ac:picMkLst>
        </pc:picChg>
      </pc:sldChg>
    </pc:docChg>
  </pc:docChgLst>
  <pc:docChgLst>
    <pc:chgData name="Gilbert, Neil" userId="37be9f5c-8f28-415b-96d6-624acf93bb3f" providerId="ADAL" clId="{4BC2F057-EDD5-4E2F-8E30-3ED12F6BA9D8}"/>
    <pc:docChg chg="modSld">
      <pc:chgData name="Gilbert, Neil" userId="37be9f5c-8f28-415b-96d6-624acf93bb3f" providerId="ADAL" clId="{4BC2F057-EDD5-4E2F-8E30-3ED12F6BA9D8}" dt="2025-11-20T17:02:01.125" v="3" actId="165"/>
      <pc:docMkLst>
        <pc:docMk/>
      </pc:docMkLst>
      <pc:sldChg chg="delSp modSp">
        <pc:chgData name="Gilbert, Neil" userId="37be9f5c-8f28-415b-96d6-624acf93bb3f" providerId="ADAL" clId="{4BC2F057-EDD5-4E2F-8E30-3ED12F6BA9D8}" dt="2025-11-20T17:02:01.125" v="3" actId="165"/>
        <pc:sldMkLst>
          <pc:docMk/>
          <pc:sldMk cId="3639298815" sldId="256"/>
        </pc:sldMkLst>
        <pc:spChg chg="mod topLvl">
          <ac:chgData name="Gilbert, Neil" userId="37be9f5c-8f28-415b-96d6-624acf93bb3f" providerId="ADAL" clId="{4BC2F057-EDD5-4E2F-8E30-3ED12F6BA9D8}" dt="2025-11-20T17:01:47.924" v="0" actId="165"/>
          <ac:spMkLst>
            <pc:docMk/>
            <pc:sldMk cId="3639298815" sldId="256"/>
            <ac:spMk id="59" creationId="{D774D944-0A6A-50BD-4EB5-B9049CFAC287}"/>
          </ac:spMkLst>
        </pc:spChg>
        <pc:spChg chg="mod topLvl">
          <ac:chgData name="Gilbert, Neil" userId="37be9f5c-8f28-415b-96d6-624acf93bb3f" providerId="ADAL" clId="{4BC2F057-EDD5-4E2F-8E30-3ED12F6BA9D8}" dt="2025-11-20T17:01:52.751" v="1" actId="165"/>
          <ac:spMkLst>
            <pc:docMk/>
            <pc:sldMk cId="3639298815" sldId="256"/>
            <ac:spMk id="61" creationId="{45F33AD7-EB60-0D2A-3EE7-9FD4D2CFE2E5}"/>
          </ac:spMkLst>
        </pc:spChg>
        <pc:spChg chg="mod topLvl">
          <ac:chgData name="Gilbert, Neil" userId="37be9f5c-8f28-415b-96d6-624acf93bb3f" providerId="ADAL" clId="{4BC2F057-EDD5-4E2F-8E30-3ED12F6BA9D8}" dt="2025-11-20T17:01:52.751" v="1" actId="165"/>
          <ac:spMkLst>
            <pc:docMk/>
            <pc:sldMk cId="3639298815" sldId="256"/>
            <ac:spMk id="63" creationId="{20F15701-691B-DFA1-03BC-DB9B232BA4C1}"/>
          </ac:spMkLst>
        </pc:spChg>
        <pc:spChg chg="mod topLvl">
          <ac:chgData name="Gilbert, Neil" userId="37be9f5c-8f28-415b-96d6-624acf93bb3f" providerId="ADAL" clId="{4BC2F057-EDD5-4E2F-8E30-3ED12F6BA9D8}" dt="2025-11-20T17:01:52.751" v="1" actId="165"/>
          <ac:spMkLst>
            <pc:docMk/>
            <pc:sldMk cId="3639298815" sldId="256"/>
            <ac:spMk id="64" creationId="{38372962-99B6-F878-5F8F-F8F8D9AC1061}"/>
          </ac:spMkLst>
        </pc:spChg>
        <pc:spChg chg="mod topLvl">
          <ac:chgData name="Gilbert, Neil" userId="37be9f5c-8f28-415b-96d6-624acf93bb3f" providerId="ADAL" clId="{4BC2F057-EDD5-4E2F-8E30-3ED12F6BA9D8}" dt="2025-11-20T17:01:52.751" v="1" actId="165"/>
          <ac:spMkLst>
            <pc:docMk/>
            <pc:sldMk cId="3639298815" sldId="256"/>
            <ac:spMk id="65" creationId="{661F7F69-BAC1-B527-0406-606B23875A59}"/>
          </ac:spMkLst>
        </pc:spChg>
        <pc:spChg chg="mod topLvl">
          <ac:chgData name="Gilbert, Neil" userId="37be9f5c-8f28-415b-96d6-624acf93bb3f" providerId="ADAL" clId="{4BC2F057-EDD5-4E2F-8E30-3ED12F6BA9D8}" dt="2025-11-20T17:01:52.751" v="1" actId="165"/>
          <ac:spMkLst>
            <pc:docMk/>
            <pc:sldMk cId="3639298815" sldId="256"/>
            <ac:spMk id="66" creationId="{C4D9FEEB-B563-A20E-A9CB-8429FB13B45B}"/>
          </ac:spMkLst>
        </pc:spChg>
        <pc:spChg chg="mod topLvl">
          <ac:chgData name="Gilbert, Neil" userId="37be9f5c-8f28-415b-96d6-624acf93bb3f" providerId="ADAL" clId="{4BC2F057-EDD5-4E2F-8E30-3ED12F6BA9D8}" dt="2025-11-20T17:01:52.751" v="1" actId="165"/>
          <ac:spMkLst>
            <pc:docMk/>
            <pc:sldMk cId="3639298815" sldId="256"/>
            <ac:spMk id="67" creationId="{CDCFEFBC-CAAB-8304-A3E4-9CDB7CEEEC4D}"/>
          </ac:spMkLst>
        </pc:spChg>
        <pc:spChg chg="mod topLvl">
          <ac:chgData name="Gilbert, Neil" userId="37be9f5c-8f28-415b-96d6-624acf93bb3f" providerId="ADAL" clId="{4BC2F057-EDD5-4E2F-8E30-3ED12F6BA9D8}" dt="2025-11-20T17:01:52.751" v="1" actId="165"/>
          <ac:spMkLst>
            <pc:docMk/>
            <pc:sldMk cId="3639298815" sldId="256"/>
            <ac:spMk id="68" creationId="{D6F2FBDF-DB1B-D2A9-4BAE-70BBEFB29700}"/>
          </ac:spMkLst>
        </pc:spChg>
        <pc:spChg chg="mod topLvl">
          <ac:chgData name="Gilbert, Neil" userId="37be9f5c-8f28-415b-96d6-624acf93bb3f" providerId="ADAL" clId="{4BC2F057-EDD5-4E2F-8E30-3ED12F6BA9D8}" dt="2025-11-20T17:01:52.751" v="1" actId="165"/>
          <ac:spMkLst>
            <pc:docMk/>
            <pc:sldMk cId="3639298815" sldId="256"/>
            <ac:spMk id="69" creationId="{0B38313F-7368-8ABC-B9A1-5373158F3813}"/>
          </ac:spMkLst>
        </pc:spChg>
        <pc:spChg chg="mod topLvl">
          <ac:chgData name="Gilbert, Neil" userId="37be9f5c-8f28-415b-96d6-624acf93bb3f" providerId="ADAL" clId="{4BC2F057-EDD5-4E2F-8E30-3ED12F6BA9D8}" dt="2025-11-20T17:01:52.751" v="1" actId="165"/>
          <ac:spMkLst>
            <pc:docMk/>
            <pc:sldMk cId="3639298815" sldId="256"/>
            <ac:spMk id="70" creationId="{39F4DCA6-41E4-ACE3-81ED-138A452E7918}"/>
          </ac:spMkLst>
        </pc:spChg>
        <pc:spChg chg="mod topLvl">
          <ac:chgData name="Gilbert, Neil" userId="37be9f5c-8f28-415b-96d6-624acf93bb3f" providerId="ADAL" clId="{4BC2F057-EDD5-4E2F-8E30-3ED12F6BA9D8}" dt="2025-11-20T17:01:52.751" v="1" actId="165"/>
          <ac:spMkLst>
            <pc:docMk/>
            <pc:sldMk cId="3639298815" sldId="256"/>
            <ac:spMk id="71" creationId="{0A68A84F-9CA2-85FD-FD79-0EE92337AC3D}"/>
          </ac:spMkLst>
        </pc:spChg>
        <pc:spChg chg="mod">
          <ac:chgData name="Gilbert, Neil" userId="37be9f5c-8f28-415b-96d6-624acf93bb3f" providerId="ADAL" clId="{4BC2F057-EDD5-4E2F-8E30-3ED12F6BA9D8}" dt="2025-11-20T17:01:47.924" v="0" actId="165"/>
          <ac:spMkLst>
            <pc:docMk/>
            <pc:sldMk cId="3639298815" sldId="256"/>
            <ac:spMk id="72" creationId="{A2C333B0-67C5-564B-2A6A-15E4F4458176}"/>
          </ac:spMkLst>
        </pc:spChg>
        <pc:grpChg chg="del">
          <ac:chgData name="Gilbert, Neil" userId="37be9f5c-8f28-415b-96d6-624acf93bb3f" providerId="ADAL" clId="{4BC2F057-EDD5-4E2F-8E30-3ED12F6BA9D8}" dt="2025-11-20T17:01:57.189" v="2" actId="165"/>
          <ac:grpSpMkLst>
            <pc:docMk/>
            <pc:sldMk cId="3639298815" sldId="256"/>
            <ac:grpSpMk id="60" creationId="{9B89EE47-12EF-3A06-AD5F-FC017247C62C}"/>
          </ac:grpSpMkLst>
        </pc:grpChg>
        <pc:grpChg chg="del mod topLvl">
          <ac:chgData name="Gilbert, Neil" userId="37be9f5c-8f28-415b-96d6-624acf93bb3f" providerId="ADAL" clId="{4BC2F057-EDD5-4E2F-8E30-3ED12F6BA9D8}" dt="2025-11-20T17:02:01.125" v="3" actId="165"/>
          <ac:grpSpMkLst>
            <pc:docMk/>
            <pc:sldMk cId="3639298815" sldId="256"/>
            <ac:grpSpMk id="75" creationId="{4932C5E2-111A-DFAF-CC65-B9EFF0F2CA6F}"/>
          </ac:grpSpMkLst>
        </pc:grpChg>
        <pc:picChg chg="mod topLvl">
          <ac:chgData name="Gilbert, Neil" userId="37be9f5c-8f28-415b-96d6-624acf93bb3f" providerId="ADAL" clId="{4BC2F057-EDD5-4E2F-8E30-3ED12F6BA9D8}" dt="2025-11-20T17:01:57.189" v="2" actId="165"/>
          <ac:picMkLst>
            <pc:docMk/>
            <pc:sldMk cId="3639298815" sldId="256"/>
            <ac:picMk id="76" creationId="{7DD75DFE-5910-86F7-2810-6A3289BC6E3E}"/>
          </ac:picMkLst>
        </pc:picChg>
        <pc:picChg chg="mod topLvl">
          <ac:chgData name="Gilbert, Neil" userId="37be9f5c-8f28-415b-96d6-624acf93bb3f" providerId="ADAL" clId="{4BC2F057-EDD5-4E2F-8E30-3ED12F6BA9D8}" dt="2025-11-20T17:02:01.125" v="3" actId="165"/>
          <ac:picMkLst>
            <pc:docMk/>
            <pc:sldMk cId="3639298815" sldId="256"/>
            <ac:picMk id="77" creationId="{2F406153-7A93-0D68-B362-099551C355B6}"/>
          </ac:picMkLst>
        </pc:picChg>
        <pc:picChg chg="mod topLvl">
          <ac:chgData name="Gilbert, Neil" userId="37be9f5c-8f28-415b-96d6-624acf93bb3f" providerId="ADAL" clId="{4BC2F057-EDD5-4E2F-8E30-3ED12F6BA9D8}" dt="2025-11-20T17:02:01.125" v="3" actId="165"/>
          <ac:picMkLst>
            <pc:docMk/>
            <pc:sldMk cId="3639298815" sldId="256"/>
            <ac:picMk id="78" creationId="{EEC63CD7-BBFA-8047-16E5-96F810DD1A0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7171" y="269419"/>
            <a:ext cx="3223022" cy="573135"/>
          </a:xfrm>
        </p:spPr>
        <p:txBody>
          <a:bodyPr anchor="b"/>
          <a:lstStyle>
            <a:lvl1pPr algn="ctr"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7171" y="864656"/>
            <a:ext cx="3223022" cy="397460"/>
          </a:xfrm>
        </p:spPr>
        <p:txBody>
          <a:bodyPr/>
          <a:lstStyle>
            <a:lvl1pPr marL="0" indent="0" algn="ctr">
              <a:buNone/>
              <a:defRPr sz="576"/>
            </a:lvl1pPr>
            <a:lvl2pPr marL="109728" indent="0" algn="ctr">
              <a:buNone/>
              <a:defRPr sz="480"/>
            </a:lvl2pPr>
            <a:lvl3pPr marL="219456" indent="0" algn="ctr">
              <a:buNone/>
              <a:defRPr sz="432"/>
            </a:lvl3pPr>
            <a:lvl4pPr marL="329184" indent="0" algn="ctr">
              <a:buNone/>
              <a:defRPr sz="384"/>
            </a:lvl4pPr>
            <a:lvl5pPr marL="438912" indent="0" algn="ctr">
              <a:buNone/>
              <a:defRPr sz="384"/>
            </a:lvl5pPr>
            <a:lvl6pPr marL="548640" indent="0" algn="ctr">
              <a:buNone/>
              <a:defRPr sz="384"/>
            </a:lvl6pPr>
            <a:lvl7pPr marL="658368" indent="0" algn="ctr">
              <a:buNone/>
              <a:defRPr sz="384"/>
            </a:lvl7pPr>
            <a:lvl8pPr marL="768096" indent="0" algn="ctr">
              <a:buNone/>
              <a:defRPr sz="384"/>
            </a:lvl8pPr>
            <a:lvl9pPr marL="877824" indent="0" algn="ctr">
              <a:buNone/>
              <a:defRPr sz="38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43901-5052-483D-B7EE-CB64FF6DD7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135E-92E5-4579-B90A-B1F3284C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95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43901-5052-483D-B7EE-CB64FF6DD7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135E-92E5-4579-B90A-B1F3284C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3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205" y="410417"/>
            <a:ext cx="3706476" cy="684789"/>
          </a:xfrm>
        </p:spPr>
        <p:txBody>
          <a:bodyPr anchor="b"/>
          <a:lstStyle>
            <a:lvl1pPr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205" y="1101684"/>
            <a:ext cx="3706476" cy="360114"/>
          </a:xfrm>
        </p:spPr>
        <p:txBody>
          <a:bodyPr/>
          <a:lstStyle>
            <a:lvl1pPr marL="0" indent="0">
              <a:buNone/>
              <a:defRPr sz="576">
                <a:solidFill>
                  <a:schemeClr val="tx1">
                    <a:tint val="82000"/>
                  </a:schemeClr>
                </a:solidFill>
              </a:defRPr>
            </a:lvl1pPr>
            <a:lvl2pPr marL="109728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2pPr>
            <a:lvl3pPr marL="219456" indent="0">
              <a:buNone/>
              <a:defRPr sz="432">
                <a:solidFill>
                  <a:schemeClr val="tx1">
                    <a:tint val="82000"/>
                  </a:schemeClr>
                </a:solidFill>
              </a:defRPr>
            </a:lvl3pPr>
            <a:lvl4pPr marL="329184" indent="0">
              <a:buNone/>
              <a:defRPr sz="384">
                <a:solidFill>
                  <a:schemeClr val="tx1">
                    <a:tint val="82000"/>
                  </a:schemeClr>
                </a:solidFill>
              </a:defRPr>
            </a:lvl4pPr>
            <a:lvl5pPr marL="438912" indent="0">
              <a:buNone/>
              <a:defRPr sz="384">
                <a:solidFill>
                  <a:schemeClr val="tx1">
                    <a:tint val="82000"/>
                  </a:schemeClr>
                </a:solidFill>
              </a:defRPr>
            </a:lvl5pPr>
            <a:lvl6pPr marL="548640" indent="0">
              <a:buNone/>
              <a:defRPr sz="384">
                <a:solidFill>
                  <a:schemeClr val="tx1">
                    <a:tint val="82000"/>
                  </a:schemeClr>
                </a:solidFill>
              </a:defRPr>
            </a:lvl6pPr>
            <a:lvl7pPr marL="658368" indent="0">
              <a:buNone/>
              <a:defRPr sz="384">
                <a:solidFill>
                  <a:schemeClr val="tx1">
                    <a:tint val="82000"/>
                  </a:schemeClr>
                </a:solidFill>
              </a:defRPr>
            </a:lvl7pPr>
            <a:lvl8pPr marL="768096" indent="0">
              <a:buNone/>
              <a:defRPr sz="384">
                <a:solidFill>
                  <a:schemeClr val="tx1">
                    <a:tint val="82000"/>
                  </a:schemeClr>
                </a:solidFill>
              </a:defRPr>
            </a:lvl8pPr>
            <a:lvl9pPr marL="877824" indent="0">
              <a:buNone/>
              <a:defRPr sz="3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43901-5052-483D-B7EE-CB64FF6DD7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135E-92E5-4579-B90A-B1F3284C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0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444" y="438235"/>
            <a:ext cx="1826379" cy="10445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75540" y="438235"/>
            <a:ext cx="1826379" cy="10445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43901-5052-483D-B7EE-CB64FF6DD7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135E-92E5-4579-B90A-B1F3284C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6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003" y="87647"/>
            <a:ext cx="3706476" cy="3181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6004" y="403557"/>
            <a:ext cx="1817986" cy="197777"/>
          </a:xfrm>
        </p:spPr>
        <p:txBody>
          <a:bodyPr anchor="b"/>
          <a:lstStyle>
            <a:lvl1pPr marL="0" indent="0">
              <a:buNone/>
              <a:defRPr sz="576" b="1"/>
            </a:lvl1pPr>
            <a:lvl2pPr marL="109728" indent="0">
              <a:buNone/>
              <a:defRPr sz="480" b="1"/>
            </a:lvl2pPr>
            <a:lvl3pPr marL="219456" indent="0">
              <a:buNone/>
              <a:defRPr sz="432" b="1"/>
            </a:lvl3pPr>
            <a:lvl4pPr marL="329184" indent="0">
              <a:buNone/>
              <a:defRPr sz="384" b="1"/>
            </a:lvl4pPr>
            <a:lvl5pPr marL="438912" indent="0">
              <a:buNone/>
              <a:defRPr sz="384" b="1"/>
            </a:lvl5pPr>
            <a:lvl6pPr marL="548640" indent="0">
              <a:buNone/>
              <a:defRPr sz="384" b="1"/>
            </a:lvl6pPr>
            <a:lvl7pPr marL="658368" indent="0">
              <a:buNone/>
              <a:defRPr sz="384" b="1"/>
            </a:lvl7pPr>
            <a:lvl8pPr marL="768096" indent="0">
              <a:buNone/>
              <a:defRPr sz="384" b="1"/>
            </a:lvl8pPr>
            <a:lvl9pPr marL="877824" indent="0">
              <a:buNone/>
              <a:defRPr sz="3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6004" y="601334"/>
            <a:ext cx="1817986" cy="884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75540" y="403557"/>
            <a:ext cx="1826939" cy="197777"/>
          </a:xfrm>
        </p:spPr>
        <p:txBody>
          <a:bodyPr anchor="b"/>
          <a:lstStyle>
            <a:lvl1pPr marL="0" indent="0">
              <a:buNone/>
              <a:defRPr sz="576" b="1"/>
            </a:lvl1pPr>
            <a:lvl2pPr marL="109728" indent="0">
              <a:buNone/>
              <a:defRPr sz="480" b="1"/>
            </a:lvl2pPr>
            <a:lvl3pPr marL="219456" indent="0">
              <a:buNone/>
              <a:defRPr sz="432" b="1"/>
            </a:lvl3pPr>
            <a:lvl4pPr marL="329184" indent="0">
              <a:buNone/>
              <a:defRPr sz="384" b="1"/>
            </a:lvl4pPr>
            <a:lvl5pPr marL="438912" indent="0">
              <a:buNone/>
              <a:defRPr sz="384" b="1"/>
            </a:lvl5pPr>
            <a:lvl6pPr marL="548640" indent="0">
              <a:buNone/>
              <a:defRPr sz="384" b="1"/>
            </a:lvl6pPr>
            <a:lvl7pPr marL="658368" indent="0">
              <a:buNone/>
              <a:defRPr sz="384" b="1"/>
            </a:lvl7pPr>
            <a:lvl8pPr marL="768096" indent="0">
              <a:buNone/>
              <a:defRPr sz="384" b="1"/>
            </a:lvl8pPr>
            <a:lvl9pPr marL="877824" indent="0">
              <a:buNone/>
              <a:defRPr sz="3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75540" y="601334"/>
            <a:ext cx="1826939" cy="884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43901-5052-483D-B7EE-CB64FF6DD7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135E-92E5-4579-B90A-B1F3284C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30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43901-5052-483D-B7EE-CB64FF6DD7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135E-92E5-4579-B90A-B1F3284C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0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43901-5052-483D-B7EE-CB64FF6DD7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135E-92E5-4579-B90A-B1F3284C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4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004" y="109749"/>
            <a:ext cx="1386011" cy="384122"/>
          </a:xfrm>
        </p:spPr>
        <p:txBody>
          <a:bodyPr anchor="b"/>
          <a:lstStyle>
            <a:lvl1pPr>
              <a:defRPr sz="7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6939" y="237028"/>
            <a:ext cx="2175540" cy="1169896"/>
          </a:xfrm>
        </p:spPr>
        <p:txBody>
          <a:bodyPr/>
          <a:lstStyle>
            <a:lvl1pPr>
              <a:defRPr sz="768"/>
            </a:lvl1pPr>
            <a:lvl2pPr>
              <a:defRPr sz="672"/>
            </a:lvl2pPr>
            <a:lvl3pPr>
              <a:defRPr sz="576"/>
            </a:lvl3pPr>
            <a:lvl4pPr>
              <a:defRPr sz="480"/>
            </a:lvl4pPr>
            <a:lvl5pPr>
              <a:defRPr sz="480"/>
            </a:lvl5pPr>
            <a:lvl6pPr>
              <a:defRPr sz="480"/>
            </a:lvl6pPr>
            <a:lvl7pPr>
              <a:defRPr sz="480"/>
            </a:lvl7pPr>
            <a:lvl8pPr>
              <a:defRPr sz="480"/>
            </a:lvl8pPr>
            <a:lvl9pPr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6004" y="493871"/>
            <a:ext cx="1386011" cy="914958"/>
          </a:xfrm>
        </p:spPr>
        <p:txBody>
          <a:bodyPr/>
          <a:lstStyle>
            <a:lvl1pPr marL="0" indent="0">
              <a:buNone/>
              <a:defRPr sz="384"/>
            </a:lvl1pPr>
            <a:lvl2pPr marL="109728" indent="0">
              <a:buNone/>
              <a:defRPr sz="336"/>
            </a:lvl2pPr>
            <a:lvl3pPr marL="219456" indent="0">
              <a:buNone/>
              <a:defRPr sz="288"/>
            </a:lvl3pPr>
            <a:lvl4pPr marL="329184" indent="0">
              <a:buNone/>
              <a:defRPr sz="240"/>
            </a:lvl4pPr>
            <a:lvl5pPr marL="438912" indent="0">
              <a:buNone/>
              <a:defRPr sz="240"/>
            </a:lvl5pPr>
            <a:lvl6pPr marL="548640" indent="0">
              <a:buNone/>
              <a:defRPr sz="240"/>
            </a:lvl6pPr>
            <a:lvl7pPr marL="658368" indent="0">
              <a:buNone/>
              <a:defRPr sz="240"/>
            </a:lvl7pPr>
            <a:lvl8pPr marL="768096" indent="0">
              <a:buNone/>
              <a:defRPr sz="240"/>
            </a:lvl8pPr>
            <a:lvl9pPr marL="877824" indent="0">
              <a:buNone/>
              <a:defRPr sz="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43901-5052-483D-B7EE-CB64FF6DD7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135E-92E5-4579-B90A-B1F3284C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81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004" y="109749"/>
            <a:ext cx="1386011" cy="384122"/>
          </a:xfrm>
        </p:spPr>
        <p:txBody>
          <a:bodyPr anchor="b"/>
          <a:lstStyle>
            <a:lvl1pPr>
              <a:defRPr sz="7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26939" y="237028"/>
            <a:ext cx="2175540" cy="1169896"/>
          </a:xfrm>
        </p:spPr>
        <p:txBody>
          <a:bodyPr anchor="t"/>
          <a:lstStyle>
            <a:lvl1pPr marL="0" indent="0">
              <a:buNone/>
              <a:defRPr sz="768"/>
            </a:lvl1pPr>
            <a:lvl2pPr marL="109728" indent="0">
              <a:buNone/>
              <a:defRPr sz="672"/>
            </a:lvl2pPr>
            <a:lvl3pPr marL="219456" indent="0">
              <a:buNone/>
              <a:defRPr sz="576"/>
            </a:lvl3pPr>
            <a:lvl4pPr marL="329184" indent="0">
              <a:buNone/>
              <a:defRPr sz="480"/>
            </a:lvl4pPr>
            <a:lvl5pPr marL="438912" indent="0">
              <a:buNone/>
              <a:defRPr sz="480"/>
            </a:lvl5pPr>
            <a:lvl6pPr marL="548640" indent="0">
              <a:buNone/>
              <a:defRPr sz="480"/>
            </a:lvl6pPr>
            <a:lvl7pPr marL="658368" indent="0">
              <a:buNone/>
              <a:defRPr sz="480"/>
            </a:lvl7pPr>
            <a:lvl8pPr marL="768096" indent="0">
              <a:buNone/>
              <a:defRPr sz="480"/>
            </a:lvl8pPr>
            <a:lvl9pPr marL="877824" indent="0">
              <a:buNone/>
              <a:defRPr sz="4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6004" y="493871"/>
            <a:ext cx="1386011" cy="914958"/>
          </a:xfrm>
        </p:spPr>
        <p:txBody>
          <a:bodyPr/>
          <a:lstStyle>
            <a:lvl1pPr marL="0" indent="0">
              <a:buNone/>
              <a:defRPr sz="384"/>
            </a:lvl1pPr>
            <a:lvl2pPr marL="109728" indent="0">
              <a:buNone/>
              <a:defRPr sz="336"/>
            </a:lvl2pPr>
            <a:lvl3pPr marL="219456" indent="0">
              <a:buNone/>
              <a:defRPr sz="288"/>
            </a:lvl3pPr>
            <a:lvl4pPr marL="329184" indent="0">
              <a:buNone/>
              <a:defRPr sz="240"/>
            </a:lvl4pPr>
            <a:lvl5pPr marL="438912" indent="0">
              <a:buNone/>
              <a:defRPr sz="240"/>
            </a:lvl5pPr>
            <a:lvl6pPr marL="548640" indent="0">
              <a:buNone/>
              <a:defRPr sz="240"/>
            </a:lvl6pPr>
            <a:lvl7pPr marL="658368" indent="0">
              <a:buNone/>
              <a:defRPr sz="240"/>
            </a:lvl7pPr>
            <a:lvl8pPr marL="768096" indent="0">
              <a:buNone/>
              <a:defRPr sz="240"/>
            </a:lvl8pPr>
            <a:lvl9pPr marL="877824" indent="0">
              <a:buNone/>
              <a:defRPr sz="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43901-5052-483D-B7EE-CB64FF6DD7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135E-92E5-4579-B90A-B1F3284C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52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43901-5052-483D-B7EE-CB64FF6DD7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135E-92E5-4579-B90A-B1F3284C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57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75300" y="87647"/>
            <a:ext cx="926619" cy="13951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5444" y="87647"/>
            <a:ext cx="2726140" cy="13951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43901-5052-483D-B7EE-CB64FF6DD7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135E-92E5-4579-B90A-B1F3284C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1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5444" y="87647"/>
            <a:ext cx="3706476" cy="318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444" y="438235"/>
            <a:ext cx="3706476" cy="1044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5444" y="1525819"/>
            <a:ext cx="966907" cy="87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43901-5052-483D-B7EE-CB64FF6DD7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3502" y="1525819"/>
            <a:ext cx="1450360" cy="87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35012" y="1525819"/>
            <a:ext cx="966907" cy="87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DF135E-92E5-4579-B90A-B1F3284C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36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19456" rtl="0" eaLnBrk="1" latinLnBrk="0" hangingPunct="1">
        <a:lnSpc>
          <a:spcPct val="90000"/>
        </a:lnSpc>
        <a:spcBef>
          <a:spcPct val="0"/>
        </a:spcBef>
        <a:buNone/>
        <a:defRPr sz="10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" indent="-54864" algn="l" defTabSz="219456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672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" indent="-54864" algn="l" defTabSz="219456" rtl="0" eaLnBrk="1" latinLnBrk="0" hangingPunct="1">
        <a:lnSpc>
          <a:spcPct val="90000"/>
        </a:lnSpc>
        <a:spcBef>
          <a:spcPts val="120"/>
        </a:spcBef>
        <a:buFont typeface="Arial" panose="020B0604020202020204" pitchFamily="34" charset="0"/>
        <a:buChar char="•"/>
        <a:defRPr sz="576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-54864" algn="l" defTabSz="219456" rtl="0" eaLnBrk="1" latinLnBrk="0" hangingPunct="1">
        <a:lnSpc>
          <a:spcPct val="90000"/>
        </a:lnSpc>
        <a:spcBef>
          <a:spcPts val="120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" indent="-54864" algn="l" defTabSz="219456" rtl="0" eaLnBrk="1" latinLnBrk="0" hangingPunct="1">
        <a:lnSpc>
          <a:spcPct val="90000"/>
        </a:lnSpc>
        <a:spcBef>
          <a:spcPts val="120"/>
        </a:spcBef>
        <a:buFont typeface="Arial" panose="020B0604020202020204" pitchFamily="34" charset="0"/>
        <a:buChar char="•"/>
        <a:defRPr sz="432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" indent="-54864" algn="l" defTabSz="219456" rtl="0" eaLnBrk="1" latinLnBrk="0" hangingPunct="1">
        <a:lnSpc>
          <a:spcPct val="90000"/>
        </a:lnSpc>
        <a:spcBef>
          <a:spcPts val="120"/>
        </a:spcBef>
        <a:buFont typeface="Arial" panose="020B0604020202020204" pitchFamily="34" charset="0"/>
        <a:buChar char="•"/>
        <a:defRPr sz="432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" indent="-54864" algn="l" defTabSz="219456" rtl="0" eaLnBrk="1" latinLnBrk="0" hangingPunct="1">
        <a:lnSpc>
          <a:spcPct val="90000"/>
        </a:lnSpc>
        <a:spcBef>
          <a:spcPts val="120"/>
        </a:spcBef>
        <a:buFont typeface="Arial" panose="020B0604020202020204" pitchFamily="34" charset="0"/>
        <a:buChar char="•"/>
        <a:defRPr sz="432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" indent="-54864" algn="l" defTabSz="219456" rtl="0" eaLnBrk="1" latinLnBrk="0" hangingPunct="1">
        <a:lnSpc>
          <a:spcPct val="90000"/>
        </a:lnSpc>
        <a:spcBef>
          <a:spcPts val="120"/>
        </a:spcBef>
        <a:buFont typeface="Arial" panose="020B0604020202020204" pitchFamily="34" charset="0"/>
        <a:buChar char="•"/>
        <a:defRPr sz="432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" indent="-54864" algn="l" defTabSz="219456" rtl="0" eaLnBrk="1" latinLnBrk="0" hangingPunct="1">
        <a:lnSpc>
          <a:spcPct val="90000"/>
        </a:lnSpc>
        <a:spcBef>
          <a:spcPts val="120"/>
        </a:spcBef>
        <a:buFont typeface="Arial" panose="020B0604020202020204" pitchFamily="34" charset="0"/>
        <a:buChar char="•"/>
        <a:defRPr sz="432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" indent="-54864" algn="l" defTabSz="219456" rtl="0" eaLnBrk="1" latinLnBrk="0" hangingPunct="1">
        <a:lnSpc>
          <a:spcPct val="90000"/>
        </a:lnSpc>
        <a:spcBef>
          <a:spcPts val="120"/>
        </a:spcBef>
        <a:buFont typeface="Arial" panose="020B0604020202020204" pitchFamily="34" charset="0"/>
        <a:buChar char="•"/>
        <a:defRPr sz="4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" rtl="0" eaLnBrk="1" latinLnBrk="0" hangingPunct="1">
        <a:defRPr sz="432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" algn="l" defTabSz="219456" rtl="0" eaLnBrk="1" latinLnBrk="0" hangingPunct="1">
        <a:defRPr sz="432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" algn="l" defTabSz="219456" rtl="0" eaLnBrk="1" latinLnBrk="0" hangingPunct="1">
        <a:defRPr sz="432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" algn="l" defTabSz="219456" rtl="0" eaLnBrk="1" latinLnBrk="0" hangingPunct="1">
        <a:defRPr sz="432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" algn="l" defTabSz="219456" rtl="0" eaLnBrk="1" latinLnBrk="0" hangingPunct="1">
        <a:defRPr sz="432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" algn="l" defTabSz="219456" rtl="0" eaLnBrk="1" latinLnBrk="0" hangingPunct="1">
        <a:defRPr sz="432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" algn="l" defTabSz="219456" rtl="0" eaLnBrk="1" latinLnBrk="0" hangingPunct="1">
        <a:defRPr sz="432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" algn="l" defTabSz="219456" rtl="0" eaLnBrk="1" latinLnBrk="0" hangingPunct="1">
        <a:defRPr sz="432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" algn="l" defTabSz="219456" rtl="0" eaLnBrk="1" latinLnBrk="0" hangingPunct="1">
        <a:defRPr sz="4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 descr="A map of the united states&#10;&#10;AI-generated content may be incorrect.">
            <a:extLst>
              <a:ext uri="{FF2B5EF4-FFF2-40B4-BE49-F238E27FC236}">
                <a16:creationId xmlns:a16="http://schemas.microsoft.com/office/drawing/2014/main" id="{2F406153-7A93-0D68-B362-099551C35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804"/>
            <a:ext cx="1371603" cy="914402"/>
          </a:xfrm>
          <a:prstGeom prst="rect">
            <a:avLst/>
          </a:prstGeom>
          <a:ln>
            <a:noFill/>
          </a:ln>
        </p:spPr>
      </p:pic>
      <p:pic>
        <p:nvPicPr>
          <p:cNvPr id="78" name="Picture 77" descr="A map of the world&#10;&#10;AI-generated content may be incorrect.">
            <a:extLst>
              <a:ext uri="{FF2B5EF4-FFF2-40B4-BE49-F238E27FC236}">
                <a16:creationId xmlns:a16="http://schemas.microsoft.com/office/drawing/2014/main" id="{EEC63CD7-BBFA-8047-16E5-96F810DD1A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40" y="334804"/>
            <a:ext cx="1371603" cy="914402"/>
          </a:xfrm>
          <a:prstGeom prst="rect">
            <a:avLst/>
          </a:prstGeom>
          <a:ln>
            <a:noFill/>
          </a:ln>
        </p:spPr>
      </p:pic>
      <p:pic>
        <p:nvPicPr>
          <p:cNvPr id="76" name="Picture 75" descr="A map of the world&#10;&#10;AI-generated content may be incorrect.">
            <a:extLst>
              <a:ext uri="{FF2B5EF4-FFF2-40B4-BE49-F238E27FC236}">
                <a16:creationId xmlns:a16="http://schemas.microsoft.com/office/drawing/2014/main" id="{7DD75DFE-5910-86F7-2810-6A3289BC6E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0" y="334804"/>
            <a:ext cx="1371603" cy="914402"/>
          </a:xfrm>
          <a:prstGeom prst="rect">
            <a:avLst/>
          </a:prstGeom>
          <a:ln>
            <a:noFill/>
          </a:ln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45F33AD7-EB60-0D2A-3EE7-9FD4D2CFE2E5}"/>
              </a:ext>
            </a:extLst>
          </p:cNvPr>
          <p:cNvSpPr/>
          <p:nvPr/>
        </p:nvSpPr>
        <p:spPr>
          <a:xfrm>
            <a:off x="1371603" y="792005"/>
            <a:ext cx="280985" cy="1943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~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60B3ECF-FF2A-179C-73D5-98486620864D}"/>
              </a:ext>
            </a:extLst>
          </p:cNvPr>
          <p:cNvSpPr/>
          <p:nvPr/>
        </p:nvSpPr>
        <p:spPr>
          <a:xfrm>
            <a:off x="2883698" y="792004"/>
            <a:ext cx="280985" cy="1943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0F15701-691B-DFA1-03BC-DB9B232BA4C1}"/>
              </a:ext>
            </a:extLst>
          </p:cNvPr>
          <p:cNvSpPr/>
          <p:nvPr/>
        </p:nvSpPr>
        <p:spPr>
          <a:xfrm>
            <a:off x="228601" y="289084"/>
            <a:ext cx="914400" cy="45720"/>
          </a:xfrm>
          <a:prstGeom prst="rect">
            <a:avLst/>
          </a:prstGeom>
          <a:gradFill flip="none" rotWithShape="1">
            <a:gsLst>
              <a:gs pos="0">
                <a:srgbClr val="B4E7C3"/>
              </a:gs>
              <a:gs pos="100000">
                <a:srgbClr val="357FA3"/>
              </a:gs>
            </a:gsLst>
            <a:lin ang="10800000" scaled="1"/>
            <a:tileRect/>
          </a:gradFill>
          <a:ln w="254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8372962-99B6-F878-5F8F-F8F8D9AC1061}"/>
              </a:ext>
            </a:extLst>
          </p:cNvPr>
          <p:cNvSpPr/>
          <p:nvPr/>
        </p:nvSpPr>
        <p:spPr>
          <a:xfrm>
            <a:off x="1691641" y="289084"/>
            <a:ext cx="914400" cy="45720"/>
          </a:xfrm>
          <a:prstGeom prst="rect">
            <a:avLst/>
          </a:prstGeom>
          <a:gradFill flip="none" rotWithShape="1">
            <a:gsLst>
              <a:gs pos="0">
                <a:srgbClr val="FFF68A"/>
              </a:gs>
              <a:gs pos="100000">
                <a:srgbClr val="BC3753"/>
              </a:gs>
            </a:gsLst>
            <a:lin ang="10800000" scaled="1"/>
            <a:tileRect/>
          </a:gradFill>
          <a:ln w="254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61F7F69-BAC1-B527-0406-606B23875A59}"/>
              </a:ext>
            </a:extLst>
          </p:cNvPr>
          <p:cNvSpPr/>
          <p:nvPr/>
        </p:nvSpPr>
        <p:spPr>
          <a:xfrm>
            <a:off x="3154681" y="289084"/>
            <a:ext cx="914400" cy="45720"/>
          </a:xfrm>
          <a:prstGeom prst="rect">
            <a:avLst/>
          </a:prstGeom>
          <a:gradFill flip="none" rotWithShape="1">
            <a:gsLst>
              <a:gs pos="0">
                <a:srgbClr val="FFF68A"/>
              </a:gs>
              <a:gs pos="100000">
                <a:srgbClr val="BC3753"/>
              </a:gs>
            </a:gsLst>
            <a:lin ang="10800000" scaled="1"/>
            <a:tileRect/>
          </a:gradFill>
          <a:ln w="254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4D9FEEB-B563-A20E-A9CB-8429FB13B45B}"/>
              </a:ext>
            </a:extLst>
          </p:cNvPr>
          <p:cNvSpPr/>
          <p:nvPr/>
        </p:nvSpPr>
        <p:spPr>
          <a:xfrm>
            <a:off x="1067754" y="231457"/>
            <a:ext cx="280985" cy="1033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DCFEFBC-CAAB-8304-A3E4-9CDB7CEEEC4D}"/>
              </a:ext>
            </a:extLst>
          </p:cNvPr>
          <p:cNvSpPr/>
          <p:nvPr/>
        </p:nvSpPr>
        <p:spPr>
          <a:xfrm>
            <a:off x="22863" y="231456"/>
            <a:ext cx="280985" cy="1033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6F2FBDF-DB1B-D2A9-4BAE-70BBEFB29700}"/>
              </a:ext>
            </a:extLst>
          </p:cNvPr>
          <p:cNvSpPr/>
          <p:nvPr/>
        </p:nvSpPr>
        <p:spPr>
          <a:xfrm>
            <a:off x="153592" y="45720"/>
            <a:ext cx="1064418" cy="214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abundance of focal non-excavator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B38313F-7368-8ABC-B9A1-5373158F3813}"/>
              </a:ext>
            </a:extLst>
          </p:cNvPr>
          <p:cNvSpPr/>
          <p:nvPr/>
        </p:nvSpPr>
        <p:spPr>
          <a:xfrm>
            <a:off x="2530162" y="231457"/>
            <a:ext cx="280985" cy="1033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9F4DCA6-41E4-ACE3-81ED-138A452E7918}"/>
              </a:ext>
            </a:extLst>
          </p:cNvPr>
          <p:cNvSpPr/>
          <p:nvPr/>
        </p:nvSpPr>
        <p:spPr>
          <a:xfrm>
            <a:off x="1485271" y="231456"/>
            <a:ext cx="280985" cy="1033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A68A84F-9CA2-85FD-FD79-0EE92337AC3D}"/>
              </a:ext>
            </a:extLst>
          </p:cNvPr>
          <p:cNvSpPr/>
          <p:nvPr/>
        </p:nvSpPr>
        <p:spPr>
          <a:xfrm>
            <a:off x="1560576" y="45720"/>
            <a:ext cx="1119842" cy="214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abundance of other non-excavator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2C333B0-67C5-564B-2A6A-15E4F4458176}"/>
              </a:ext>
            </a:extLst>
          </p:cNvPr>
          <p:cNvSpPr/>
          <p:nvPr/>
        </p:nvSpPr>
        <p:spPr>
          <a:xfrm>
            <a:off x="3997088" y="231457"/>
            <a:ext cx="280985" cy="1033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E507E14-0CB1-01AB-7BF7-7F89F07FD199}"/>
              </a:ext>
            </a:extLst>
          </p:cNvPr>
          <p:cNvSpPr/>
          <p:nvPr/>
        </p:nvSpPr>
        <p:spPr>
          <a:xfrm>
            <a:off x="2952197" y="231456"/>
            <a:ext cx="280985" cy="1033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A9C3F95-E922-5EF3-4C62-8B4F42794C14}"/>
              </a:ext>
            </a:extLst>
          </p:cNvPr>
          <p:cNvSpPr/>
          <p:nvPr/>
        </p:nvSpPr>
        <p:spPr>
          <a:xfrm>
            <a:off x="3022984" y="45720"/>
            <a:ext cx="1154808" cy="214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abundance of other non-excavator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BB676C1-6191-B05A-DDE4-016FA427F076}"/>
              </a:ext>
            </a:extLst>
          </p:cNvPr>
          <p:cNvSpPr/>
          <p:nvPr/>
        </p:nvSpPr>
        <p:spPr>
          <a:xfrm>
            <a:off x="0" y="1261401"/>
            <a:ext cx="1570987" cy="327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relative abundance of non-excavator within non-coastal range edges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774D944-0A6A-50BD-4EB5-B9049CFAC287}"/>
              </a:ext>
            </a:extLst>
          </p:cNvPr>
          <p:cNvSpPr/>
          <p:nvPr/>
        </p:nvSpPr>
        <p:spPr>
          <a:xfrm>
            <a:off x="1593850" y="1261401"/>
            <a:ext cx="2583942" cy="327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predictor</a:t>
            </a: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summed abundances of </a:t>
            </a:r>
            <a:r>
              <a:rPr lang="en-US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heterospecifics</a:t>
            </a: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(non-excavators and excavators); all and those within 50% of body mass</a:t>
            </a:r>
          </a:p>
        </p:txBody>
      </p:sp>
      <p:pic>
        <p:nvPicPr>
          <p:cNvPr id="3" name="Picture 2" descr="A blue bird with black and grey feathers&#10;&#10;AI-generated content may be incorrect.">
            <a:extLst>
              <a:ext uri="{FF2B5EF4-FFF2-40B4-BE49-F238E27FC236}">
                <a16:creationId xmlns:a16="http://schemas.microsoft.com/office/drawing/2014/main" id="{847D94C0-6B25-9F80-D240-F7BFCE32AA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18" t="39267" r="17182" b="33216"/>
          <a:stretch>
            <a:fillRect/>
          </a:stretch>
        </p:blipFill>
        <p:spPr>
          <a:xfrm rot="16200000">
            <a:off x="1681650" y="667609"/>
            <a:ext cx="438782" cy="438912"/>
          </a:xfrm>
          <a:prstGeom prst="ellipse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 descr="A blue bird on a white background&#10;&#10;AI-generated content may be incorrect.">
            <a:extLst>
              <a:ext uri="{FF2B5EF4-FFF2-40B4-BE49-F238E27FC236}">
                <a16:creationId xmlns:a16="http://schemas.microsoft.com/office/drawing/2014/main" id="{5C47C743-D069-B5A6-3B40-41068BF8A7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78" t="40447" r="20620" b="35060"/>
          <a:stretch>
            <a:fillRect/>
          </a:stretch>
        </p:blipFill>
        <p:spPr>
          <a:xfrm rot="16200000">
            <a:off x="218499" y="667498"/>
            <a:ext cx="439004" cy="438912"/>
          </a:xfrm>
          <a:prstGeom prst="ellipse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F26906-4C04-4855-6D59-82AC861F85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16" t="46239" r="15507" b="25544"/>
          <a:stretch>
            <a:fillRect/>
          </a:stretch>
        </p:blipFill>
        <p:spPr>
          <a:xfrm rot="16200000">
            <a:off x="3173929" y="668504"/>
            <a:ext cx="438912" cy="436992"/>
          </a:xfrm>
          <a:prstGeom prst="ellipse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39298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335</TotalTime>
  <Words>50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Gilbert, Neil</dc:creator>
  <cp:lastModifiedBy>Gilbert, Neil</cp:lastModifiedBy>
  <cp:revision>1</cp:revision>
  <dcterms:created xsi:type="dcterms:W3CDTF">2025-10-10T18:39:21Z</dcterms:created>
  <dcterms:modified xsi:type="dcterms:W3CDTF">2025-11-20T17:02:08Z</dcterms:modified>
</cp:coreProperties>
</file>