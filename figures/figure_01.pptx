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4664075" cy="182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82" userDrawn="1">
          <p15:clr>
            <a:srgbClr val="A4A3A4"/>
          </p15:clr>
        </p15:guide>
        <p15:guide id="2" pos="14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AB87"/>
    <a:srgbClr val="DAAD64"/>
    <a:srgbClr val="E3C28B"/>
    <a:srgbClr val="F3EFDE"/>
    <a:srgbClr val="4FB6CA"/>
    <a:srgbClr val="175F5D"/>
    <a:srgbClr val="845D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2E4435-0903-4DD8-AE65-79D9B9A2C475}" v="10" dt="2025-10-23T21:40:28.6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1206" y="1314"/>
      </p:cViewPr>
      <p:guideLst>
        <p:guide orient="horz" pos="582"/>
        <p:guide pos="14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bert, Neil" userId="37be9f5c-8f28-415b-96d6-624acf93bb3f" providerId="ADAL" clId="{18ED56B6-1921-416C-9A28-3F6F3C8390B5}"/>
    <pc:docChg chg="undo custSel modSld">
      <pc:chgData name="Gilbert, Neil" userId="37be9f5c-8f28-415b-96d6-624acf93bb3f" providerId="ADAL" clId="{18ED56B6-1921-416C-9A28-3F6F3C8390B5}" dt="2025-10-23T21:40:28.653" v="113" actId="164"/>
      <pc:docMkLst>
        <pc:docMk/>
      </pc:docMkLst>
      <pc:sldChg chg="addSp delSp modSp mod">
        <pc:chgData name="Gilbert, Neil" userId="37be9f5c-8f28-415b-96d6-624acf93bb3f" providerId="ADAL" clId="{18ED56B6-1921-416C-9A28-3F6F3C8390B5}" dt="2025-10-23T21:40:28.653" v="113" actId="164"/>
        <pc:sldMkLst>
          <pc:docMk/>
          <pc:sldMk cId="1202037745" sldId="256"/>
        </pc:sldMkLst>
        <pc:spChg chg="del topLvl">
          <ac:chgData name="Gilbert, Neil" userId="37be9f5c-8f28-415b-96d6-624acf93bb3f" providerId="ADAL" clId="{18ED56B6-1921-416C-9A28-3F6F3C8390B5}" dt="2025-10-23T21:35:37.288" v="14" actId="478"/>
          <ac:spMkLst>
            <pc:docMk/>
            <pc:sldMk cId="1202037745" sldId="256"/>
            <ac:spMk id="13" creationId="{5115FD7D-C8EB-EEC0-0DA1-66663E4F4825}"/>
          </ac:spMkLst>
        </pc:spChg>
        <pc:spChg chg="mod">
          <ac:chgData name="Gilbert, Neil" userId="37be9f5c-8f28-415b-96d6-624acf93bb3f" providerId="ADAL" clId="{18ED56B6-1921-416C-9A28-3F6F3C8390B5}" dt="2025-10-23T21:40:28.653" v="113" actId="164"/>
          <ac:spMkLst>
            <pc:docMk/>
            <pc:sldMk cId="1202037745" sldId="256"/>
            <ac:spMk id="14" creationId="{64469D45-79B9-6330-6E51-9F030F4B0A75}"/>
          </ac:spMkLst>
        </pc:spChg>
        <pc:spChg chg="mod">
          <ac:chgData name="Gilbert, Neil" userId="37be9f5c-8f28-415b-96d6-624acf93bb3f" providerId="ADAL" clId="{18ED56B6-1921-416C-9A28-3F6F3C8390B5}" dt="2025-10-23T21:40:28.653" v="113" actId="164"/>
          <ac:spMkLst>
            <pc:docMk/>
            <pc:sldMk cId="1202037745" sldId="256"/>
            <ac:spMk id="15" creationId="{4E93B6C1-41A5-2B2A-632B-EC4D031A74E1}"/>
          </ac:spMkLst>
        </pc:spChg>
        <pc:spChg chg="add">
          <ac:chgData name="Gilbert, Neil" userId="37be9f5c-8f28-415b-96d6-624acf93bb3f" providerId="ADAL" clId="{18ED56B6-1921-416C-9A28-3F6F3C8390B5}" dt="2025-10-23T21:32:08.741" v="0"/>
          <ac:spMkLst>
            <pc:docMk/>
            <pc:sldMk cId="1202037745" sldId="256"/>
            <ac:spMk id="16" creationId="{C4E71EB9-B9C3-1D7C-764A-AD74B2F11BD8}"/>
          </ac:spMkLst>
        </pc:spChg>
        <pc:spChg chg="add mod">
          <ac:chgData name="Gilbert, Neil" userId="37be9f5c-8f28-415b-96d6-624acf93bb3f" providerId="ADAL" clId="{18ED56B6-1921-416C-9A28-3F6F3C8390B5}" dt="2025-10-23T21:40:28.653" v="113" actId="164"/>
          <ac:spMkLst>
            <pc:docMk/>
            <pc:sldMk cId="1202037745" sldId="256"/>
            <ac:spMk id="24" creationId="{4365CFE8-82F4-A057-9F71-474CE49E5353}"/>
          </ac:spMkLst>
        </pc:spChg>
        <pc:spChg chg="add mod">
          <ac:chgData name="Gilbert, Neil" userId="37be9f5c-8f28-415b-96d6-624acf93bb3f" providerId="ADAL" clId="{18ED56B6-1921-416C-9A28-3F6F3C8390B5}" dt="2025-10-23T21:40:28.653" v="113" actId="164"/>
          <ac:spMkLst>
            <pc:docMk/>
            <pc:sldMk cId="1202037745" sldId="256"/>
            <ac:spMk id="25" creationId="{F0F5475A-2F2A-96A4-EFB9-180B3C00431E}"/>
          </ac:spMkLst>
        </pc:spChg>
        <pc:spChg chg="add mod">
          <ac:chgData name="Gilbert, Neil" userId="37be9f5c-8f28-415b-96d6-624acf93bb3f" providerId="ADAL" clId="{18ED56B6-1921-416C-9A28-3F6F3C8390B5}" dt="2025-10-23T21:40:28.653" v="113" actId="164"/>
          <ac:spMkLst>
            <pc:docMk/>
            <pc:sldMk cId="1202037745" sldId="256"/>
            <ac:spMk id="26" creationId="{B6007B77-A6B2-C7A7-B187-9FD060A2B313}"/>
          </ac:spMkLst>
        </pc:spChg>
        <pc:spChg chg="add mod">
          <ac:chgData name="Gilbert, Neil" userId="37be9f5c-8f28-415b-96d6-624acf93bb3f" providerId="ADAL" clId="{18ED56B6-1921-416C-9A28-3F6F3C8390B5}" dt="2025-10-23T21:40:28.653" v="113" actId="164"/>
          <ac:spMkLst>
            <pc:docMk/>
            <pc:sldMk cId="1202037745" sldId="256"/>
            <ac:spMk id="27" creationId="{AECB2BEF-E029-AE99-51E1-ACB1C4C44E53}"/>
          </ac:spMkLst>
        </pc:spChg>
        <pc:grpChg chg="del">
          <ac:chgData name="Gilbert, Neil" userId="37be9f5c-8f28-415b-96d6-624acf93bb3f" providerId="ADAL" clId="{18ED56B6-1921-416C-9A28-3F6F3C8390B5}" dt="2025-10-23T21:35:37.288" v="14" actId="478"/>
          <ac:grpSpMkLst>
            <pc:docMk/>
            <pc:sldMk cId="1202037745" sldId="256"/>
            <ac:grpSpMk id="11" creationId="{B5B3A764-C241-282C-EA0F-5F64EE1F731F}"/>
          </ac:grpSpMkLst>
        </pc:grpChg>
        <pc:grpChg chg="add mod">
          <ac:chgData name="Gilbert, Neil" userId="37be9f5c-8f28-415b-96d6-624acf93bb3f" providerId="ADAL" clId="{18ED56B6-1921-416C-9A28-3F6F3C8390B5}" dt="2025-10-23T21:40:28.653" v="113" actId="164"/>
          <ac:grpSpMkLst>
            <pc:docMk/>
            <pc:sldMk cId="1202037745" sldId="256"/>
            <ac:grpSpMk id="28" creationId="{99FE3F91-983A-B316-604A-A16002D717C9}"/>
          </ac:grpSpMkLst>
        </pc:grpChg>
        <pc:picChg chg="mod topLvl">
          <ac:chgData name="Gilbert, Neil" userId="37be9f5c-8f28-415b-96d6-624acf93bb3f" providerId="ADAL" clId="{18ED56B6-1921-416C-9A28-3F6F3C8390B5}" dt="2025-10-23T21:40:28.653" v="113" actId="164"/>
          <ac:picMkLst>
            <pc:docMk/>
            <pc:sldMk cId="1202037745" sldId="256"/>
            <ac:picMk id="12" creationId="{80F6FE42-43FF-6FB3-5728-B96ECF260052}"/>
          </ac:picMkLst>
        </pc:picChg>
        <pc:picChg chg="add del mod">
          <ac:chgData name="Gilbert, Neil" userId="37be9f5c-8f28-415b-96d6-624acf93bb3f" providerId="ADAL" clId="{18ED56B6-1921-416C-9A28-3F6F3C8390B5}" dt="2025-10-23T21:34:06.253" v="3" actId="478"/>
          <ac:picMkLst>
            <pc:docMk/>
            <pc:sldMk cId="1202037745" sldId="256"/>
            <ac:picMk id="17" creationId="{40407D56-A6DB-558A-1776-7AD5C5504F66}"/>
          </ac:picMkLst>
        </pc:picChg>
        <pc:picChg chg="add del mod">
          <ac:chgData name="Gilbert, Neil" userId="37be9f5c-8f28-415b-96d6-624acf93bb3f" providerId="ADAL" clId="{18ED56B6-1921-416C-9A28-3F6F3C8390B5}" dt="2025-10-23T21:35:17.809" v="8" actId="478"/>
          <ac:picMkLst>
            <pc:docMk/>
            <pc:sldMk cId="1202037745" sldId="256"/>
            <ac:picMk id="19" creationId="{A18F8844-6C53-1FBA-178C-864D7CA74936}"/>
          </ac:picMkLst>
        </pc:picChg>
        <pc:picChg chg="add del mod ord">
          <ac:chgData name="Gilbert, Neil" userId="37be9f5c-8f28-415b-96d6-624acf93bb3f" providerId="ADAL" clId="{18ED56B6-1921-416C-9A28-3F6F3C8390B5}" dt="2025-10-23T21:36:03.738" v="18" actId="478"/>
          <ac:picMkLst>
            <pc:docMk/>
            <pc:sldMk cId="1202037745" sldId="256"/>
            <ac:picMk id="21" creationId="{0F6C381E-A004-D1CA-EA13-6908587A3677}"/>
          </ac:picMkLst>
        </pc:picChg>
        <pc:picChg chg="add mod ord">
          <ac:chgData name="Gilbert, Neil" userId="37be9f5c-8f28-415b-96d6-624acf93bb3f" providerId="ADAL" clId="{18ED56B6-1921-416C-9A28-3F6F3C8390B5}" dt="2025-10-23T21:40:28.653" v="113" actId="164"/>
          <ac:picMkLst>
            <pc:docMk/>
            <pc:sldMk cId="1202037745" sldId="256"/>
            <ac:picMk id="23" creationId="{F6E11FB1-F84B-1D22-ACE8-F4B8E0E98F4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3010" y="299297"/>
            <a:ext cx="3498056" cy="636693"/>
          </a:xfrm>
        </p:spPr>
        <p:txBody>
          <a:bodyPr anchor="b"/>
          <a:lstStyle>
            <a:lvl1pPr algn="ctr"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3010" y="960543"/>
            <a:ext cx="3498056" cy="441537"/>
          </a:xfrm>
        </p:spPr>
        <p:txBody>
          <a:bodyPr/>
          <a:lstStyle>
            <a:lvl1pPr marL="0" indent="0" algn="ctr">
              <a:buNone/>
              <a:defRPr sz="640"/>
            </a:lvl1pPr>
            <a:lvl2pPr marL="121935" indent="0" algn="ctr">
              <a:buNone/>
              <a:defRPr sz="533"/>
            </a:lvl2pPr>
            <a:lvl3pPr marL="243870" indent="0" algn="ctr">
              <a:buNone/>
              <a:defRPr sz="480"/>
            </a:lvl3pPr>
            <a:lvl4pPr marL="365806" indent="0" algn="ctr">
              <a:buNone/>
              <a:defRPr sz="427"/>
            </a:lvl4pPr>
            <a:lvl5pPr marL="487741" indent="0" algn="ctr">
              <a:buNone/>
              <a:defRPr sz="427"/>
            </a:lvl5pPr>
            <a:lvl6pPr marL="609676" indent="0" algn="ctr">
              <a:buNone/>
              <a:defRPr sz="427"/>
            </a:lvl6pPr>
            <a:lvl7pPr marL="731611" indent="0" algn="ctr">
              <a:buNone/>
              <a:defRPr sz="427"/>
            </a:lvl7pPr>
            <a:lvl8pPr marL="853547" indent="0" algn="ctr">
              <a:buNone/>
              <a:defRPr sz="427"/>
            </a:lvl8pPr>
            <a:lvl9pPr marL="975482" indent="0" algn="ctr">
              <a:buNone/>
              <a:defRPr sz="42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B42A5-D546-4F9F-8977-A80C425BE70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FAD-B978-482D-B41C-264C8C40A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2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B42A5-D546-4F9F-8977-A80C425BE70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FAD-B978-482D-B41C-264C8C40A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9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226" y="455930"/>
            <a:ext cx="4022765" cy="76073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8226" y="1223857"/>
            <a:ext cx="4022765" cy="400050"/>
          </a:xfrm>
        </p:spPr>
        <p:txBody>
          <a:bodyPr/>
          <a:lstStyle>
            <a:lvl1pPr marL="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1pPr>
            <a:lvl2pPr marL="121935" indent="0">
              <a:buNone/>
              <a:defRPr sz="533">
                <a:solidFill>
                  <a:schemeClr val="tx1">
                    <a:tint val="82000"/>
                  </a:schemeClr>
                </a:solidFill>
              </a:defRPr>
            </a:lvl2pPr>
            <a:lvl3pPr marL="24387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3pPr>
            <a:lvl4pPr marL="365806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4pPr>
            <a:lvl5pPr marL="487741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5pPr>
            <a:lvl6pPr marL="609676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6pPr>
            <a:lvl7pPr marL="731611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7pPr>
            <a:lvl8pPr marL="853547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8pPr>
            <a:lvl9pPr marL="975482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B42A5-D546-4F9F-8977-A80C425BE70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FAD-B978-482D-B41C-264C8C40A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07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0655" y="486833"/>
            <a:ext cx="1982232" cy="116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61188" y="486833"/>
            <a:ext cx="1982232" cy="116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B42A5-D546-4F9F-8977-A80C425BE70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FAD-B978-482D-B41C-264C8C40A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20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262" y="97367"/>
            <a:ext cx="4022765" cy="3534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1263" y="448310"/>
            <a:ext cx="1973122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1263" y="668020"/>
            <a:ext cx="1973122" cy="982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61188" y="448310"/>
            <a:ext cx="1982839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61188" y="668020"/>
            <a:ext cx="1982839" cy="982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B42A5-D546-4F9F-8977-A80C425BE70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FAD-B978-482D-B41C-264C8C40A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666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B42A5-D546-4F9F-8977-A80C425BE70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FAD-B978-482D-B41C-264C8C40A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35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B42A5-D546-4F9F-8977-A80C425BE70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FAD-B978-482D-B41C-264C8C40A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10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263" y="121920"/>
            <a:ext cx="1504285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2839" y="263314"/>
            <a:ext cx="2361188" cy="1299633"/>
          </a:xfrm>
        </p:spPr>
        <p:txBody>
          <a:bodyPr/>
          <a:lstStyle>
            <a:lvl1pPr>
              <a:defRPr sz="853"/>
            </a:lvl1pPr>
            <a:lvl2pPr>
              <a:defRPr sz="747"/>
            </a:lvl2pPr>
            <a:lvl3pPr>
              <a:defRPr sz="640"/>
            </a:lvl3pPr>
            <a:lvl4pPr>
              <a:defRPr sz="533"/>
            </a:lvl4pPr>
            <a:lvl5pPr>
              <a:defRPr sz="533"/>
            </a:lvl5pPr>
            <a:lvl6pPr>
              <a:defRPr sz="533"/>
            </a:lvl6pPr>
            <a:lvl7pPr>
              <a:defRPr sz="533"/>
            </a:lvl7pPr>
            <a:lvl8pPr>
              <a:defRPr sz="533"/>
            </a:lvl8pPr>
            <a:lvl9pPr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1263" y="548640"/>
            <a:ext cx="1504285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B42A5-D546-4F9F-8977-A80C425BE70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FAD-B978-482D-B41C-264C8C40A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88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263" y="121920"/>
            <a:ext cx="1504285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82839" y="263314"/>
            <a:ext cx="2361188" cy="1299633"/>
          </a:xfrm>
        </p:spPr>
        <p:txBody>
          <a:bodyPr anchor="t"/>
          <a:lstStyle>
            <a:lvl1pPr marL="0" indent="0">
              <a:buNone/>
              <a:defRPr sz="853"/>
            </a:lvl1pPr>
            <a:lvl2pPr marL="121935" indent="0">
              <a:buNone/>
              <a:defRPr sz="747"/>
            </a:lvl2pPr>
            <a:lvl3pPr marL="243870" indent="0">
              <a:buNone/>
              <a:defRPr sz="640"/>
            </a:lvl3pPr>
            <a:lvl4pPr marL="365806" indent="0">
              <a:buNone/>
              <a:defRPr sz="533"/>
            </a:lvl4pPr>
            <a:lvl5pPr marL="487741" indent="0">
              <a:buNone/>
              <a:defRPr sz="533"/>
            </a:lvl5pPr>
            <a:lvl6pPr marL="609676" indent="0">
              <a:buNone/>
              <a:defRPr sz="533"/>
            </a:lvl6pPr>
            <a:lvl7pPr marL="731611" indent="0">
              <a:buNone/>
              <a:defRPr sz="533"/>
            </a:lvl7pPr>
            <a:lvl8pPr marL="853547" indent="0">
              <a:buNone/>
              <a:defRPr sz="533"/>
            </a:lvl8pPr>
            <a:lvl9pPr marL="975482" indent="0">
              <a:buNone/>
              <a:defRPr sz="5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1263" y="548640"/>
            <a:ext cx="1504285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B42A5-D546-4F9F-8977-A80C425BE70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FAD-B978-482D-B41C-264C8C40A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78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B42A5-D546-4F9F-8977-A80C425BE70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FAD-B978-482D-B41C-264C8C40A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847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37729" y="97367"/>
            <a:ext cx="1005691" cy="1549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0655" y="97367"/>
            <a:ext cx="2958773" cy="1549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B42A5-D546-4F9F-8977-A80C425BE70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FAD-B978-482D-B41C-264C8C40A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210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0655" y="97367"/>
            <a:ext cx="4022765" cy="353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655" y="486833"/>
            <a:ext cx="4022765" cy="1160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0655" y="1695027"/>
            <a:ext cx="1049417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B42A5-D546-4F9F-8977-A80C425BE70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4975" y="1695027"/>
            <a:ext cx="1574125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94003" y="1695027"/>
            <a:ext cx="1049417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B40FAD-B978-482D-B41C-264C8C40A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937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43870" rtl="0" eaLnBrk="1" latinLnBrk="0" hangingPunct="1">
        <a:lnSpc>
          <a:spcPct val="90000"/>
        </a:lnSpc>
        <a:spcBef>
          <a:spcPct val="0"/>
        </a:spcBef>
        <a:buNone/>
        <a:defRPr sz="11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8" indent="-60968" algn="l" defTabSz="24387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747" kern="1200">
          <a:solidFill>
            <a:schemeClr val="tx1"/>
          </a:solidFill>
          <a:latin typeface="+mn-lt"/>
          <a:ea typeface="+mn-ea"/>
          <a:cs typeface="+mn-cs"/>
        </a:defRPr>
      </a:lvl1pPr>
      <a:lvl2pPr marL="18290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304838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5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7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54870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7064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9257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91451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1036450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1pPr>
      <a:lvl2pPr marL="121935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2pPr>
      <a:lvl3pPr marL="24387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3pPr>
      <a:lvl4pPr marL="36580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48774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0967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3161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853547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975482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99FE3F91-983A-B316-604A-A16002D717C9}"/>
              </a:ext>
            </a:extLst>
          </p:cNvPr>
          <p:cNvGrpSpPr/>
          <p:nvPr/>
        </p:nvGrpSpPr>
        <p:grpSpPr>
          <a:xfrm>
            <a:off x="0" y="-1510"/>
            <a:ext cx="4618038" cy="1830310"/>
            <a:chOff x="0" y="-1510"/>
            <a:chExt cx="4618038" cy="1830310"/>
          </a:xfrm>
        </p:grpSpPr>
        <p:pic>
          <p:nvPicPr>
            <p:cNvPr id="23" name="Picture 22" descr="A diagram of different colored lines&#10;&#10;AI-generated content may be incorrect.">
              <a:extLst>
                <a:ext uri="{FF2B5EF4-FFF2-40B4-BE49-F238E27FC236}">
                  <a16:creationId xmlns:a16="http://schemas.microsoft.com/office/drawing/2014/main" id="{F6E11FB1-F84B-1D22-ACE8-F4B8E0E98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32038" y="-1"/>
              <a:ext cx="2286000" cy="1828800"/>
            </a:xfrm>
            <a:prstGeom prst="rect">
              <a:avLst/>
            </a:prstGeom>
          </p:spPr>
        </p:pic>
        <p:pic>
          <p:nvPicPr>
            <p:cNvPr id="12" name="Picture 11" descr="A group of birds flying over a birdhouse&#10;&#10;AI-generated content may be incorrect.">
              <a:extLst>
                <a:ext uri="{FF2B5EF4-FFF2-40B4-BE49-F238E27FC236}">
                  <a16:creationId xmlns:a16="http://schemas.microsoft.com/office/drawing/2014/main" id="{80F6FE42-43FF-6FB3-5728-B96ECF260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90" t="14090" r="5289" b="32970"/>
            <a:stretch>
              <a:fillRect/>
            </a:stretch>
          </p:blipFill>
          <p:spPr>
            <a:xfrm>
              <a:off x="0" y="0"/>
              <a:ext cx="2286000" cy="182880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4469D45-79B9-6330-6E51-9F030F4B0A75}"/>
                </a:ext>
              </a:extLst>
            </p:cNvPr>
            <p:cNvSpPr/>
            <p:nvPr/>
          </p:nvSpPr>
          <p:spPr>
            <a:xfrm>
              <a:off x="0" y="0"/>
              <a:ext cx="194289" cy="176841"/>
            </a:xfrm>
            <a:prstGeom prst="rect">
              <a:avLst/>
            </a:prstGeom>
            <a:solidFill>
              <a:srgbClr val="CEAB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E93B6C1-41A5-2B2A-632B-EC4D031A74E1}"/>
                </a:ext>
              </a:extLst>
            </p:cNvPr>
            <p:cNvSpPr/>
            <p:nvPr/>
          </p:nvSpPr>
          <p:spPr>
            <a:xfrm>
              <a:off x="2374945" y="-1"/>
              <a:ext cx="194289" cy="176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365CFE8-82F4-A057-9F71-474CE49E5353}"/>
                </a:ext>
              </a:extLst>
            </p:cNvPr>
            <p:cNvSpPr/>
            <p:nvPr/>
          </p:nvSpPr>
          <p:spPr>
            <a:xfrm rot="3552643">
              <a:off x="2662389" y="405568"/>
              <a:ext cx="1108239" cy="3299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rgbClr val="845D2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similar-sized non-excavators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0F5475A-2F2A-96A4-EFB9-180B3C00431E}"/>
                </a:ext>
              </a:extLst>
            </p:cNvPr>
            <p:cNvSpPr/>
            <p:nvPr/>
          </p:nvSpPr>
          <p:spPr>
            <a:xfrm rot="18172253">
              <a:off x="3483914" y="374927"/>
              <a:ext cx="1082836" cy="3299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rgbClr val="175F5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similar-sized excavators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6007B77-A6B2-C7A7-B187-9FD060A2B313}"/>
                </a:ext>
              </a:extLst>
            </p:cNvPr>
            <p:cNvSpPr/>
            <p:nvPr/>
          </p:nvSpPr>
          <p:spPr>
            <a:xfrm rot="18603284">
              <a:off x="3748877" y="963573"/>
              <a:ext cx="908377" cy="3299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rgbClr val="4FB6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all excavators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ECB2BEF-E029-AE99-51E1-ACB1C4C44E53}"/>
                </a:ext>
              </a:extLst>
            </p:cNvPr>
            <p:cNvSpPr/>
            <p:nvPr/>
          </p:nvSpPr>
          <p:spPr>
            <a:xfrm rot="2818762">
              <a:off x="2486228" y="942623"/>
              <a:ext cx="907661" cy="3299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rgbClr val="DAAD6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all non-excavators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2037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</TotalTime>
  <Words>14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Oklahoma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Gilbert, Neil</dc:creator>
  <cp:lastModifiedBy>Gilbert, Neil</cp:lastModifiedBy>
  <cp:revision>1</cp:revision>
  <dcterms:created xsi:type="dcterms:W3CDTF">2025-10-23T19:28:36Z</dcterms:created>
  <dcterms:modified xsi:type="dcterms:W3CDTF">2025-10-23T21:40:28Z</dcterms:modified>
</cp:coreProperties>
</file>