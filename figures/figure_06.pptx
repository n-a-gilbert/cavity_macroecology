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0292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CFCF"/>
    <a:srgbClr val="999999"/>
    <a:srgbClr val="DACFBF"/>
    <a:srgbClr val="C7F1F0"/>
    <a:srgbClr val="238D8A"/>
    <a:srgbClr val="175F5D"/>
    <a:srgbClr val="DFC199"/>
    <a:srgbClr val="845D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84E53A-F8E0-492D-8751-FEA0AE99B5E2}" v="25" dt="2025-11-24T15:25:24.2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00" d="100"/>
          <a:sy n="400" d="100"/>
        </p:scale>
        <p:origin x="-5280" y="-4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bert, Neil" userId="37be9f5c-8f28-415b-96d6-624acf93bb3f" providerId="ADAL" clId="{18ED56B6-1921-416C-9A28-3F6F3C8390B5}"/>
    <pc:docChg chg="undo custSel modSld">
      <pc:chgData name="Gilbert, Neil" userId="37be9f5c-8f28-415b-96d6-624acf93bb3f" providerId="ADAL" clId="{18ED56B6-1921-416C-9A28-3F6F3C8390B5}" dt="2025-11-24T15:26:01.723" v="733" actId="14100"/>
      <pc:docMkLst>
        <pc:docMk/>
      </pc:docMkLst>
      <pc:sldChg chg="addSp delSp modSp mod">
        <pc:chgData name="Gilbert, Neil" userId="37be9f5c-8f28-415b-96d6-624acf93bb3f" providerId="ADAL" clId="{18ED56B6-1921-416C-9A28-3F6F3C8390B5}" dt="2025-11-24T15:26:01.723" v="733" actId="14100"/>
        <pc:sldMkLst>
          <pc:docMk/>
          <pc:sldMk cId="4043528045" sldId="256"/>
        </pc:sldMkLst>
        <pc:spChg chg="add mod">
          <ac:chgData name="Gilbert, Neil" userId="37be9f5c-8f28-415b-96d6-624acf93bb3f" providerId="ADAL" clId="{18ED56B6-1921-416C-9A28-3F6F3C8390B5}" dt="2025-11-24T15:19:32.122" v="589" actId="1076"/>
          <ac:spMkLst>
            <pc:docMk/>
            <pc:sldMk cId="4043528045" sldId="256"/>
            <ac:spMk id="6" creationId="{E6271523-F8A6-262D-A000-2688B873EC19}"/>
          </ac:spMkLst>
        </pc:spChg>
        <pc:spChg chg="add del mod">
          <ac:chgData name="Gilbert, Neil" userId="37be9f5c-8f28-415b-96d6-624acf93bb3f" providerId="ADAL" clId="{18ED56B6-1921-416C-9A28-3F6F3C8390B5}" dt="2025-11-24T15:19:33.348" v="590" actId="478"/>
          <ac:spMkLst>
            <pc:docMk/>
            <pc:sldMk cId="4043528045" sldId="256"/>
            <ac:spMk id="7" creationId="{EF871D36-BDBB-9A29-97E5-A71496C45A2A}"/>
          </ac:spMkLst>
        </pc:spChg>
        <pc:spChg chg="mod">
          <ac:chgData name="Gilbert, Neil" userId="37be9f5c-8f28-415b-96d6-624acf93bb3f" providerId="ADAL" clId="{18ED56B6-1921-416C-9A28-3F6F3C8390B5}" dt="2025-11-24T15:14:26.841" v="568" actId="14100"/>
          <ac:spMkLst>
            <pc:docMk/>
            <pc:sldMk cId="4043528045" sldId="256"/>
            <ac:spMk id="10" creationId="{D4EE4BD3-5201-87D6-64FE-52F86673ADA8}"/>
          </ac:spMkLst>
        </pc:spChg>
        <pc:spChg chg="mod">
          <ac:chgData name="Gilbert, Neil" userId="37be9f5c-8f28-415b-96d6-624acf93bb3f" providerId="ADAL" clId="{18ED56B6-1921-416C-9A28-3F6F3C8390B5}" dt="2025-11-24T15:14:50.260" v="572" actId="1076"/>
          <ac:spMkLst>
            <pc:docMk/>
            <pc:sldMk cId="4043528045" sldId="256"/>
            <ac:spMk id="11" creationId="{3A5C0721-7D2E-F25B-770C-2347F90A5666}"/>
          </ac:spMkLst>
        </pc:spChg>
        <pc:spChg chg="mod">
          <ac:chgData name="Gilbert, Neil" userId="37be9f5c-8f28-415b-96d6-624acf93bb3f" providerId="ADAL" clId="{18ED56B6-1921-416C-9A28-3F6F3C8390B5}" dt="2025-11-17T16:48:03.757" v="8" actId="14100"/>
          <ac:spMkLst>
            <pc:docMk/>
            <pc:sldMk cId="4043528045" sldId="256"/>
            <ac:spMk id="12" creationId="{21C64740-2D7A-DDE5-BB60-C8CCB8A35A0B}"/>
          </ac:spMkLst>
        </pc:spChg>
        <pc:spChg chg="add mod">
          <ac:chgData name="Gilbert, Neil" userId="37be9f5c-8f28-415b-96d6-624acf93bb3f" providerId="ADAL" clId="{18ED56B6-1921-416C-9A28-3F6F3C8390B5}" dt="2025-11-24T15:20:02.096" v="596" actId="692"/>
          <ac:spMkLst>
            <pc:docMk/>
            <pc:sldMk cId="4043528045" sldId="256"/>
            <ac:spMk id="13" creationId="{E4A6A06D-CBA6-AD3F-D6F2-BC63813FFB55}"/>
          </ac:spMkLst>
        </pc:spChg>
        <pc:spChg chg="add mod">
          <ac:chgData name="Gilbert, Neil" userId="37be9f5c-8f28-415b-96d6-624acf93bb3f" providerId="ADAL" clId="{18ED56B6-1921-416C-9A28-3F6F3C8390B5}" dt="2025-11-24T15:22:15.792" v="632" actId="1076"/>
          <ac:spMkLst>
            <pc:docMk/>
            <pc:sldMk cId="4043528045" sldId="256"/>
            <ac:spMk id="15" creationId="{54ED1894-0E19-3F59-C89C-1F30DAF95237}"/>
          </ac:spMkLst>
        </pc:spChg>
        <pc:spChg chg="add mod">
          <ac:chgData name="Gilbert, Neil" userId="37be9f5c-8f28-415b-96d6-624acf93bb3f" providerId="ADAL" clId="{18ED56B6-1921-416C-9A28-3F6F3C8390B5}" dt="2025-11-24T15:22:09.568" v="630" actId="1076"/>
          <ac:spMkLst>
            <pc:docMk/>
            <pc:sldMk cId="4043528045" sldId="256"/>
            <ac:spMk id="17" creationId="{089F86C2-7DFE-4015-E3F2-6EE49851D45A}"/>
          </ac:spMkLst>
        </pc:spChg>
        <pc:spChg chg="mod">
          <ac:chgData name="Gilbert, Neil" userId="37be9f5c-8f28-415b-96d6-624acf93bb3f" providerId="ADAL" clId="{18ED56B6-1921-416C-9A28-3F6F3C8390B5}" dt="2025-11-24T15:15:02.391" v="573" actId="14100"/>
          <ac:spMkLst>
            <pc:docMk/>
            <pc:sldMk cId="4043528045" sldId="256"/>
            <ac:spMk id="20" creationId="{D530DB96-8830-FB74-650D-46B053726277}"/>
          </ac:spMkLst>
        </pc:spChg>
        <pc:spChg chg="mod">
          <ac:chgData name="Gilbert, Neil" userId="37be9f5c-8f28-415b-96d6-624acf93bb3f" providerId="ADAL" clId="{18ED56B6-1921-416C-9A28-3F6F3C8390B5}" dt="2025-11-24T15:15:17.059" v="577" actId="1076"/>
          <ac:spMkLst>
            <pc:docMk/>
            <pc:sldMk cId="4043528045" sldId="256"/>
            <ac:spMk id="21" creationId="{45E977EE-6F5A-C0C4-1832-1177EEC57CBD}"/>
          </ac:spMkLst>
        </pc:spChg>
        <pc:spChg chg="mod">
          <ac:chgData name="Gilbert, Neil" userId="37be9f5c-8f28-415b-96d6-624acf93bb3f" providerId="ADAL" clId="{18ED56B6-1921-416C-9A28-3F6F3C8390B5}" dt="2025-11-24T15:26:01.723" v="733" actId="14100"/>
          <ac:spMkLst>
            <pc:docMk/>
            <pc:sldMk cId="4043528045" sldId="256"/>
            <ac:spMk id="22" creationId="{F2156A15-7AE9-B343-DD62-AAC3ADED2C2B}"/>
          </ac:spMkLst>
        </pc:spChg>
        <pc:spChg chg="add mod">
          <ac:chgData name="Gilbert, Neil" userId="37be9f5c-8f28-415b-96d6-624acf93bb3f" providerId="ADAL" clId="{18ED56B6-1921-416C-9A28-3F6F3C8390B5}" dt="2025-11-24T15:21:53.780" v="628" actId="1076"/>
          <ac:spMkLst>
            <pc:docMk/>
            <pc:sldMk cId="4043528045" sldId="256"/>
            <ac:spMk id="25" creationId="{9A9FB039-71F6-E282-3BA9-691A899841CC}"/>
          </ac:spMkLst>
        </pc:spChg>
        <pc:spChg chg="add mod ord">
          <ac:chgData name="Gilbert, Neil" userId="37be9f5c-8f28-415b-96d6-624acf93bb3f" providerId="ADAL" clId="{18ED56B6-1921-416C-9A28-3F6F3C8390B5}" dt="2025-11-24T15:20:27.992" v="600" actId="1076"/>
          <ac:spMkLst>
            <pc:docMk/>
            <pc:sldMk cId="4043528045" sldId="256"/>
            <ac:spMk id="29" creationId="{402F11D7-C80D-C159-3A84-4ADE393FDFED}"/>
          </ac:spMkLst>
        </pc:spChg>
        <pc:spChg chg="add mod">
          <ac:chgData name="Gilbert, Neil" userId="37be9f5c-8f28-415b-96d6-624acf93bb3f" providerId="ADAL" clId="{18ED56B6-1921-416C-9A28-3F6F3C8390B5}" dt="2025-11-24T15:22:59.938" v="665" actId="1035"/>
          <ac:spMkLst>
            <pc:docMk/>
            <pc:sldMk cId="4043528045" sldId="256"/>
            <ac:spMk id="30" creationId="{FC537EA4-C357-4D77-3454-4CB70A57AAD2}"/>
          </ac:spMkLst>
        </pc:spChg>
        <pc:spChg chg="add mod">
          <ac:chgData name="Gilbert, Neil" userId="37be9f5c-8f28-415b-96d6-624acf93bb3f" providerId="ADAL" clId="{18ED56B6-1921-416C-9A28-3F6F3C8390B5}" dt="2025-11-24T15:20:42.381" v="605" actId="14100"/>
          <ac:spMkLst>
            <pc:docMk/>
            <pc:sldMk cId="4043528045" sldId="256"/>
            <ac:spMk id="31" creationId="{BEEA5CA4-18EF-79FB-3817-E877807CB821}"/>
          </ac:spMkLst>
        </pc:spChg>
        <pc:spChg chg="add mod">
          <ac:chgData name="Gilbert, Neil" userId="37be9f5c-8f28-415b-96d6-624acf93bb3f" providerId="ADAL" clId="{18ED56B6-1921-416C-9A28-3F6F3C8390B5}" dt="2025-11-24T15:22:33.380" v="635" actId="1076"/>
          <ac:spMkLst>
            <pc:docMk/>
            <pc:sldMk cId="4043528045" sldId="256"/>
            <ac:spMk id="32" creationId="{B58A0FF8-7E37-6D5E-5DB8-512A93E52326}"/>
          </ac:spMkLst>
        </pc:spChg>
        <pc:spChg chg="add mod">
          <ac:chgData name="Gilbert, Neil" userId="37be9f5c-8f28-415b-96d6-624acf93bb3f" providerId="ADAL" clId="{18ED56B6-1921-416C-9A28-3F6F3C8390B5}" dt="2025-11-24T15:21:21.686" v="610" actId="14100"/>
          <ac:spMkLst>
            <pc:docMk/>
            <pc:sldMk cId="4043528045" sldId="256"/>
            <ac:spMk id="33" creationId="{B32B4AD5-A446-1632-1A6D-BB3FA4870CAF}"/>
          </ac:spMkLst>
        </pc:spChg>
        <pc:spChg chg="add mod">
          <ac:chgData name="Gilbert, Neil" userId="37be9f5c-8f28-415b-96d6-624acf93bb3f" providerId="ADAL" clId="{18ED56B6-1921-416C-9A28-3F6F3C8390B5}" dt="2025-11-24T15:20:53.268" v="606" actId="1076"/>
          <ac:spMkLst>
            <pc:docMk/>
            <pc:sldMk cId="4043528045" sldId="256"/>
            <ac:spMk id="34" creationId="{75E53063-9788-871F-C392-701FFDC267CF}"/>
          </ac:spMkLst>
        </pc:spChg>
        <pc:spChg chg="add del mod">
          <ac:chgData name="Gilbert, Neil" userId="37be9f5c-8f28-415b-96d6-624acf93bb3f" providerId="ADAL" clId="{18ED56B6-1921-416C-9A28-3F6F3C8390B5}" dt="2025-11-24T15:15:24.593" v="579" actId="478"/>
          <ac:spMkLst>
            <pc:docMk/>
            <pc:sldMk cId="4043528045" sldId="256"/>
            <ac:spMk id="35" creationId="{9676F0A1-2827-6185-0340-158159904860}"/>
          </ac:spMkLst>
        </pc:spChg>
        <pc:spChg chg="add del mod">
          <ac:chgData name="Gilbert, Neil" userId="37be9f5c-8f28-415b-96d6-624acf93bb3f" providerId="ADAL" clId="{18ED56B6-1921-416C-9A28-3F6F3C8390B5}" dt="2025-11-24T15:09:02.599" v="490" actId="478"/>
          <ac:spMkLst>
            <pc:docMk/>
            <pc:sldMk cId="4043528045" sldId="256"/>
            <ac:spMk id="36" creationId="{85CFB206-C60C-EA13-2DA0-303936DFAB72}"/>
          </ac:spMkLst>
        </pc:spChg>
        <pc:spChg chg="add mod">
          <ac:chgData name="Gilbert, Neil" userId="37be9f5c-8f28-415b-96d6-624acf93bb3f" providerId="ADAL" clId="{18ED56B6-1921-416C-9A28-3F6F3C8390B5}" dt="2025-11-24T15:23:18.509" v="666" actId="1076"/>
          <ac:spMkLst>
            <pc:docMk/>
            <pc:sldMk cId="4043528045" sldId="256"/>
            <ac:spMk id="37" creationId="{714709D1-F71D-669A-BE77-442FE85D905B}"/>
          </ac:spMkLst>
        </pc:spChg>
        <pc:spChg chg="add mod">
          <ac:chgData name="Gilbert, Neil" userId="37be9f5c-8f28-415b-96d6-624acf93bb3f" providerId="ADAL" clId="{18ED56B6-1921-416C-9A28-3F6F3C8390B5}" dt="2025-11-24T15:23:33.516" v="680" actId="1036"/>
          <ac:spMkLst>
            <pc:docMk/>
            <pc:sldMk cId="4043528045" sldId="256"/>
            <ac:spMk id="38" creationId="{5943AFAA-73A0-707C-1B39-1B4D26FB384D}"/>
          </ac:spMkLst>
        </pc:spChg>
        <pc:spChg chg="add mod">
          <ac:chgData name="Gilbert, Neil" userId="37be9f5c-8f28-415b-96d6-624acf93bb3f" providerId="ADAL" clId="{18ED56B6-1921-416C-9A28-3F6F3C8390B5}" dt="2025-11-24T15:24:55.256" v="709" actId="14100"/>
          <ac:spMkLst>
            <pc:docMk/>
            <pc:sldMk cId="4043528045" sldId="256"/>
            <ac:spMk id="39" creationId="{9FD5D765-D0DE-5687-7A54-46621917591A}"/>
          </ac:spMkLst>
        </pc:spChg>
        <pc:spChg chg="add mod">
          <ac:chgData name="Gilbert, Neil" userId="37be9f5c-8f28-415b-96d6-624acf93bb3f" providerId="ADAL" clId="{18ED56B6-1921-416C-9A28-3F6F3C8390B5}" dt="2025-11-24T15:25:44.022" v="731" actId="14100"/>
          <ac:spMkLst>
            <pc:docMk/>
            <pc:sldMk cId="4043528045" sldId="256"/>
            <ac:spMk id="40" creationId="{C947D9EC-ECDA-74CA-E5B7-010A3950C60F}"/>
          </ac:spMkLst>
        </pc:spChg>
        <pc:spChg chg="add mod">
          <ac:chgData name="Gilbert, Neil" userId="37be9f5c-8f28-415b-96d6-624acf93bb3f" providerId="ADAL" clId="{18ED56B6-1921-416C-9A28-3F6F3C8390B5}" dt="2025-11-24T15:20:14.021" v="597" actId="1076"/>
          <ac:spMkLst>
            <pc:docMk/>
            <pc:sldMk cId="4043528045" sldId="256"/>
            <ac:spMk id="43" creationId="{6DF906DA-FE0C-C0C1-6837-B83739E6B304}"/>
          </ac:spMkLst>
        </pc:spChg>
        <pc:spChg chg="add mod">
          <ac:chgData name="Gilbert, Neil" userId="37be9f5c-8f28-415b-96d6-624acf93bb3f" providerId="ADAL" clId="{18ED56B6-1921-416C-9A28-3F6F3C8390B5}" dt="2025-11-24T15:21:09.479" v="608" actId="1076"/>
          <ac:spMkLst>
            <pc:docMk/>
            <pc:sldMk cId="4043528045" sldId="256"/>
            <ac:spMk id="44" creationId="{2FC88182-4EBD-1AFF-D465-5EE9351B40BC}"/>
          </ac:spMkLst>
        </pc:spChg>
        <pc:picChg chg="add del mod ord">
          <ac:chgData name="Gilbert, Neil" userId="37be9f5c-8f28-415b-96d6-624acf93bb3f" providerId="ADAL" clId="{18ED56B6-1921-416C-9A28-3F6F3C8390B5}" dt="2025-11-24T15:11:31.225" v="503" actId="478"/>
          <ac:picMkLst>
            <pc:docMk/>
            <pc:sldMk cId="4043528045" sldId="256"/>
            <ac:picMk id="3" creationId="{FE2083FC-D487-B0A4-F07C-8054EDB4D1A2}"/>
          </ac:picMkLst>
        </pc:picChg>
        <pc:picChg chg="add del mod">
          <ac:chgData name="Gilbert, Neil" userId="37be9f5c-8f28-415b-96d6-624acf93bb3f" providerId="ADAL" clId="{18ED56B6-1921-416C-9A28-3F6F3C8390B5}" dt="2025-11-24T15:12:53.758" v="507" actId="478"/>
          <ac:picMkLst>
            <pc:docMk/>
            <pc:sldMk cId="4043528045" sldId="256"/>
            <ac:picMk id="5" creationId="{163743B0-988B-4367-EA79-1EDEFE21386D}"/>
          </ac:picMkLst>
        </pc:picChg>
        <pc:picChg chg="add mod ord">
          <ac:chgData name="Gilbert, Neil" userId="37be9f5c-8f28-415b-96d6-624acf93bb3f" providerId="ADAL" clId="{18ED56B6-1921-416C-9A28-3F6F3C8390B5}" dt="2025-11-24T15:20:34.044" v="603" actId="1076"/>
          <ac:picMkLst>
            <pc:docMk/>
            <pc:sldMk cId="4043528045" sldId="256"/>
            <ac:picMk id="9" creationId="{84CCCECD-647E-27BD-6776-9762B63085AC}"/>
          </ac:picMkLst>
        </pc:picChg>
        <pc:picChg chg="add del mod ord">
          <ac:chgData name="Gilbert, Neil" userId="37be9f5c-8f28-415b-96d6-624acf93bb3f" providerId="ADAL" clId="{18ED56B6-1921-416C-9A28-3F6F3C8390B5}" dt="2025-11-24T15:08:57.978" v="489" actId="478"/>
          <ac:picMkLst>
            <pc:docMk/>
            <pc:sldMk cId="4043528045" sldId="256"/>
            <ac:picMk id="42" creationId="{3F257F0D-94E5-FFBE-3524-2DCED2157CB6}"/>
          </ac:picMkLst>
        </pc:picChg>
        <pc:cxnChg chg="mod">
          <ac:chgData name="Gilbert, Neil" userId="37be9f5c-8f28-415b-96d6-624acf93bb3f" providerId="ADAL" clId="{18ED56B6-1921-416C-9A28-3F6F3C8390B5}" dt="2025-11-24T15:13:44.582" v="513" actId="14100"/>
          <ac:cxnSpMkLst>
            <pc:docMk/>
            <pc:sldMk cId="4043528045" sldId="256"/>
            <ac:cxnSpMk id="14" creationId="{ACAD4EF1-9A7B-C8BD-84AF-8B810BA53863}"/>
          </ac:cxnSpMkLst>
        </pc:cxnChg>
        <pc:cxnChg chg="mod">
          <ac:chgData name="Gilbert, Neil" userId="37be9f5c-8f28-415b-96d6-624acf93bb3f" providerId="ADAL" clId="{18ED56B6-1921-416C-9A28-3F6F3C8390B5}" dt="2025-11-24T15:14:15.507" v="566" actId="1037"/>
          <ac:cxnSpMkLst>
            <pc:docMk/>
            <pc:sldMk cId="4043528045" sldId="256"/>
            <ac:cxnSpMk id="16" creationId="{BE4E9DF8-CEEA-ABA9-EF05-7D7B3BDF8B2F}"/>
          </ac:cxnSpMkLst>
        </pc:cxnChg>
        <pc:cxnChg chg="mod">
          <ac:chgData name="Gilbert, Neil" userId="37be9f5c-8f28-415b-96d6-624acf93bb3f" providerId="ADAL" clId="{18ED56B6-1921-416C-9A28-3F6F3C8390B5}" dt="2025-11-24T15:14:12.497" v="565" actId="1037"/>
          <ac:cxnSpMkLst>
            <pc:docMk/>
            <pc:sldMk cId="4043528045" sldId="256"/>
            <ac:cxnSpMk id="23" creationId="{8BBA77F2-8A4B-512B-AC72-29C46A173141}"/>
          </ac:cxnSpMkLst>
        </pc:cxnChg>
        <pc:cxnChg chg="mod">
          <ac:chgData name="Gilbert, Neil" userId="37be9f5c-8f28-415b-96d6-624acf93bb3f" providerId="ADAL" clId="{18ED56B6-1921-416C-9A28-3F6F3C8390B5}" dt="2025-11-24T15:14:05.458" v="564" actId="1037"/>
          <ac:cxnSpMkLst>
            <pc:docMk/>
            <pc:sldMk cId="4043528045" sldId="256"/>
            <ac:cxnSpMk id="24" creationId="{8D3F3D05-DCAB-AF67-85F4-9D752FE5B91A}"/>
          </ac:cxnSpMkLst>
        </pc:cxnChg>
        <pc:cxnChg chg="add mod">
          <ac:chgData name="Gilbert, Neil" userId="37be9f5c-8f28-415b-96d6-624acf93bb3f" providerId="ADAL" clId="{18ED56B6-1921-416C-9A28-3F6F3C8390B5}" dt="2025-11-24T15:22:12.014" v="631" actId="14100"/>
          <ac:cxnSpMkLst>
            <pc:docMk/>
            <pc:sldMk cId="4043528045" sldId="256"/>
            <ac:cxnSpMk id="26" creationId="{674B634F-DA70-FA21-37CA-6961C7C07B6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190" y="598593"/>
            <a:ext cx="4274820" cy="1273387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1921087"/>
            <a:ext cx="3771900" cy="883073"/>
          </a:xfrm>
        </p:spPr>
        <p:txBody>
          <a:bodyPr/>
          <a:lstStyle>
            <a:lvl1pPr marL="0" indent="0" algn="ctr">
              <a:buNone/>
              <a:defRPr sz="1280"/>
            </a:lvl1pPr>
            <a:lvl2pPr marL="243825" indent="0" algn="ctr">
              <a:buNone/>
              <a:defRPr sz="1067"/>
            </a:lvl2pPr>
            <a:lvl3pPr marL="487650" indent="0" algn="ctr">
              <a:buNone/>
              <a:defRPr sz="960"/>
            </a:lvl3pPr>
            <a:lvl4pPr marL="731474" indent="0" algn="ctr">
              <a:buNone/>
              <a:defRPr sz="853"/>
            </a:lvl4pPr>
            <a:lvl5pPr marL="975299" indent="0" algn="ctr">
              <a:buNone/>
              <a:defRPr sz="853"/>
            </a:lvl5pPr>
            <a:lvl6pPr marL="1219124" indent="0" algn="ctr">
              <a:buNone/>
              <a:defRPr sz="853"/>
            </a:lvl6pPr>
            <a:lvl7pPr marL="1462949" indent="0" algn="ctr">
              <a:buNone/>
              <a:defRPr sz="853"/>
            </a:lvl7pPr>
            <a:lvl8pPr marL="1706773" indent="0" algn="ctr">
              <a:buNone/>
              <a:defRPr sz="853"/>
            </a:lvl8pPr>
            <a:lvl9pPr marL="1950598" indent="0" algn="ctr">
              <a:buNone/>
              <a:defRPr sz="8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C6C2-BAC9-472E-ACC5-FF5148ED4A3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95B0-C6B1-4FC2-A131-7CBD7AD9C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955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C6C2-BAC9-472E-ACC5-FF5148ED4A3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95B0-C6B1-4FC2-A131-7CBD7AD9C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61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" y="911861"/>
            <a:ext cx="4337685" cy="15214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" y="2447714"/>
            <a:ext cx="4337685" cy="800100"/>
          </a:xfrm>
        </p:spPr>
        <p:txBody>
          <a:bodyPr/>
          <a:lstStyle>
            <a:lvl1pPr marL="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1pPr>
            <a:lvl2pPr marL="243825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2pPr>
            <a:lvl3pPr marL="48765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3pPr>
            <a:lvl4pPr marL="73147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4pPr>
            <a:lvl5pPr marL="97529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5pPr>
            <a:lvl6pPr marL="121912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6pPr>
            <a:lvl7pPr marL="146294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7pPr>
            <a:lvl8pPr marL="1706773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8pPr>
            <a:lvl9pPr marL="1950598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C6C2-BAC9-472E-ACC5-FF5148ED4A3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95B0-C6B1-4FC2-A131-7CBD7AD9C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942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8" y="973666"/>
            <a:ext cx="213741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3" y="973666"/>
            <a:ext cx="213741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C6C2-BAC9-472E-ACC5-FF5148ED4A3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95B0-C6B1-4FC2-A131-7CBD7AD9C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42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94734"/>
            <a:ext cx="4337685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" y="896620"/>
            <a:ext cx="2127587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" y="1336040"/>
            <a:ext cx="2127587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3" y="896620"/>
            <a:ext cx="2138065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3" y="1336040"/>
            <a:ext cx="2138065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C6C2-BAC9-472E-ACC5-FF5148ED4A3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95B0-C6B1-4FC2-A131-7CBD7AD9C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01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C6C2-BAC9-472E-ACC5-FF5148ED4A3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95B0-C6B1-4FC2-A131-7CBD7AD9C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759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C6C2-BAC9-472E-ACC5-FF5148ED4A3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95B0-C6B1-4FC2-A131-7CBD7AD9C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877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243840"/>
            <a:ext cx="1622048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" y="526627"/>
            <a:ext cx="2546033" cy="2599267"/>
          </a:xfrm>
        </p:spPr>
        <p:txBody>
          <a:bodyPr/>
          <a:lstStyle>
            <a:lvl1pPr>
              <a:defRPr sz="1707"/>
            </a:lvl1pPr>
            <a:lvl2pPr>
              <a:defRPr sz="1493"/>
            </a:lvl2pPr>
            <a:lvl3pPr>
              <a:defRPr sz="128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1097280"/>
            <a:ext cx="1622048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C6C2-BAC9-472E-ACC5-FF5148ED4A3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95B0-C6B1-4FC2-A131-7CBD7AD9C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95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243840"/>
            <a:ext cx="1622048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" y="526627"/>
            <a:ext cx="2546033" cy="2599267"/>
          </a:xfrm>
        </p:spPr>
        <p:txBody>
          <a:bodyPr anchor="t"/>
          <a:lstStyle>
            <a:lvl1pPr marL="0" indent="0">
              <a:buNone/>
              <a:defRPr sz="1707"/>
            </a:lvl1pPr>
            <a:lvl2pPr marL="243825" indent="0">
              <a:buNone/>
              <a:defRPr sz="1493"/>
            </a:lvl2pPr>
            <a:lvl3pPr marL="487650" indent="0">
              <a:buNone/>
              <a:defRPr sz="1280"/>
            </a:lvl3pPr>
            <a:lvl4pPr marL="731474" indent="0">
              <a:buNone/>
              <a:defRPr sz="1067"/>
            </a:lvl4pPr>
            <a:lvl5pPr marL="975299" indent="0">
              <a:buNone/>
              <a:defRPr sz="1067"/>
            </a:lvl5pPr>
            <a:lvl6pPr marL="1219124" indent="0">
              <a:buNone/>
              <a:defRPr sz="1067"/>
            </a:lvl6pPr>
            <a:lvl7pPr marL="1462949" indent="0">
              <a:buNone/>
              <a:defRPr sz="1067"/>
            </a:lvl7pPr>
            <a:lvl8pPr marL="1706773" indent="0">
              <a:buNone/>
              <a:defRPr sz="1067"/>
            </a:lvl8pPr>
            <a:lvl9pPr marL="1950598" indent="0">
              <a:buNone/>
              <a:defRPr sz="1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1097280"/>
            <a:ext cx="1622048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C6C2-BAC9-472E-ACC5-FF5148ED4A3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95B0-C6B1-4FC2-A131-7CBD7AD9C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68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C6C2-BAC9-472E-ACC5-FF5148ED4A3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95B0-C6B1-4FC2-A131-7CBD7AD9C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352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2" y="194733"/>
            <a:ext cx="1084421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8" y="194733"/>
            <a:ext cx="3190399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C6C2-BAC9-472E-ACC5-FF5148ED4A3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95B0-C6B1-4FC2-A131-7CBD7AD9C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996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8" y="194734"/>
            <a:ext cx="4337685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973666"/>
            <a:ext cx="4337685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8" y="3390054"/>
            <a:ext cx="113157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01C6C2-BAC9-472E-ACC5-FF5148ED4A3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3" y="3390054"/>
            <a:ext cx="1697355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3" y="3390054"/>
            <a:ext cx="113157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0795B0-C6B1-4FC2-A131-7CBD7AD9C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49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87650" rtl="0" eaLnBrk="1" latinLnBrk="0" hangingPunct="1">
        <a:lnSpc>
          <a:spcPct val="90000"/>
        </a:lnSpc>
        <a:spcBef>
          <a:spcPct val="0"/>
        </a:spcBef>
        <a:buNone/>
        <a:defRPr sz="2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912" indent="-121912" algn="l" defTabSz="48765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1pPr>
      <a:lvl2pPr marL="36573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09562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3pPr>
      <a:lvl4pPr marL="85338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1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34103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58486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82868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2072510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1pPr>
      <a:lvl2pPr marL="243825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8765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3147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97529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21912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46294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706773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1950598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mparison of a number of objects&#10;&#10;AI-generated content may be incorrect.">
            <a:extLst>
              <a:ext uri="{FF2B5EF4-FFF2-40B4-BE49-F238E27FC236}">
                <a16:creationId xmlns:a16="http://schemas.microsoft.com/office/drawing/2014/main" id="{84CCCECD-647E-27BD-6776-9762B6308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029200" cy="36576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86E793E-1874-F02A-2E4A-2ED80E7DEBC8}"/>
              </a:ext>
            </a:extLst>
          </p:cNvPr>
          <p:cNvGrpSpPr/>
          <p:nvPr/>
        </p:nvGrpSpPr>
        <p:grpSpPr>
          <a:xfrm>
            <a:off x="567329" y="2973673"/>
            <a:ext cx="2009183" cy="302925"/>
            <a:chOff x="567329" y="2973673"/>
            <a:chExt cx="2009183" cy="30292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4EE4BD3-5201-87D6-64FE-52F86673ADA8}"/>
                </a:ext>
              </a:extLst>
            </p:cNvPr>
            <p:cNvSpPr/>
            <p:nvPr/>
          </p:nvSpPr>
          <p:spPr>
            <a:xfrm>
              <a:off x="650701" y="3156521"/>
              <a:ext cx="897112" cy="1200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smaller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5C0721-7D2E-F25B-770C-2347F90A5666}"/>
                </a:ext>
              </a:extLst>
            </p:cNvPr>
            <p:cNvSpPr/>
            <p:nvPr/>
          </p:nvSpPr>
          <p:spPr>
            <a:xfrm>
              <a:off x="1547813" y="3154680"/>
              <a:ext cx="962025" cy="1188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larger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1C64740-2D7A-DDE5-BB60-C8CCB8A35A0B}"/>
                </a:ext>
              </a:extLst>
            </p:cNvPr>
            <p:cNvSpPr/>
            <p:nvPr/>
          </p:nvSpPr>
          <p:spPr>
            <a:xfrm>
              <a:off x="567329" y="2973673"/>
              <a:ext cx="2009183" cy="144750"/>
            </a:xfrm>
            <a:prstGeom prst="rect">
              <a:avLst/>
            </a:prstGeom>
            <a:solidFill>
              <a:srgbClr val="DAC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species’ size relative to sparrow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CAD4EF1-9A7B-C8BD-84AF-8B810BA53863}"/>
                </a:ext>
              </a:extLst>
            </p:cNvPr>
            <p:cNvCxnSpPr>
              <a:cxnSpLocks/>
            </p:cNvCxnSpPr>
            <p:nvPr/>
          </p:nvCxnSpPr>
          <p:spPr>
            <a:xfrm>
              <a:off x="1595438" y="3142234"/>
              <a:ext cx="9144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E4E9DF8-CEEA-ABA9-EF05-7D7B3BDF8B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521" y="3142234"/>
              <a:ext cx="9144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32BE4E3-4BE5-BC41-FB34-11701520B3A1}"/>
              </a:ext>
            </a:extLst>
          </p:cNvPr>
          <p:cNvGrpSpPr/>
          <p:nvPr/>
        </p:nvGrpSpPr>
        <p:grpSpPr>
          <a:xfrm>
            <a:off x="2898098" y="2932293"/>
            <a:ext cx="2009182" cy="341259"/>
            <a:chOff x="540660" y="2939006"/>
            <a:chExt cx="2009182" cy="34125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530DB96-8830-FB74-650D-46B053726277}"/>
                </a:ext>
              </a:extLst>
            </p:cNvPr>
            <p:cNvSpPr/>
            <p:nvPr/>
          </p:nvSpPr>
          <p:spPr>
            <a:xfrm>
              <a:off x="547687" y="3156521"/>
              <a:ext cx="962025" cy="1200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8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smaller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5E977EE-6F5A-C0C4-1832-1177EEC57CBD}"/>
                </a:ext>
              </a:extLst>
            </p:cNvPr>
            <p:cNvSpPr/>
            <p:nvPr/>
          </p:nvSpPr>
          <p:spPr>
            <a:xfrm>
              <a:off x="1509712" y="3161393"/>
              <a:ext cx="984937" cy="1188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larger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2156A15-7AE9-B343-DD62-AAC3ADED2C2B}"/>
                </a:ext>
              </a:extLst>
            </p:cNvPr>
            <p:cNvSpPr/>
            <p:nvPr/>
          </p:nvSpPr>
          <p:spPr>
            <a:xfrm>
              <a:off x="540660" y="2939006"/>
              <a:ext cx="2009182" cy="171497"/>
            </a:xfrm>
            <a:prstGeom prst="rect">
              <a:avLst/>
            </a:prstGeom>
            <a:solidFill>
              <a:srgbClr val="DAC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species’ size relative to starling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BBA77F2-8A4B-512B-AC72-29C46A173141}"/>
                </a:ext>
              </a:extLst>
            </p:cNvPr>
            <p:cNvCxnSpPr>
              <a:cxnSpLocks/>
            </p:cNvCxnSpPr>
            <p:nvPr/>
          </p:nvCxnSpPr>
          <p:spPr>
            <a:xfrm>
              <a:off x="1580249" y="3142234"/>
              <a:ext cx="9144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D3F3D05-DCAB-AF67-85F4-9D752FE5B9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721" y="3142234"/>
              <a:ext cx="9144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E6271523-F8A6-262D-A000-2688B873EC19}"/>
              </a:ext>
            </a:extLst>
          </p:cNvPr>
          <p:cNvSpPr/>
          <p:nvPr/>
        </p:nvSpPr>
        <p:spPr>
          <a:xfrm>
            <a:off x="453101" y="2300454"/>
            <a:ext cx="912812" cy="1200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Violet-green Swallow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ED1894-0E19-3F59-C89C-1F30DAF95237}"/>
              </a:ext>
            </a:extLst>
          </p:cNvPr>
          <p:cNvSpPr/>
          <p:nvPr/>
        </p:nvSpPr>
        <p:spPr>
          <a:xfrm>
            <a:off x="1565856" y="1754123"/>
            <a:ext cx="768792" cy="1200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Eastern Bluebird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F86C2-7DFE-4015-E3F2-6EE49851D45A}"/>
              </a:ext>
            </a:extLst>
          </p:cNvPr>
          <p:cNvSpPr/>
          <p:nvPr/>
        </p:nvSpPr>
        <p:spPr>
          <a:xfrm>
            <a:off x="1861806" y="1634046"/>
            <a:ext cx="793620" cy="1200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Western Bluebird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74B634F-DA70-FA21-37CA-6961C7C07B64}"/>
              </a:ext>
            </a:extLst>
          </p:cNvPr>
          <p:cNvCxnSpPr>
            <a:cxnSpLocks/>
          </p:cNvCxnSpPr>
          <p:nvPr/>
        </p:nvCxnSpPr>
        <p:spPr>
          <a:xfrm flipH="1" flipV="1">
            <a:off x="1614266" y="1596280"/>
            <a:ext cx="340740" cy="97804"/>
          </a:xfrm>
          <a:prstGeom prst="straightConnector1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EEA5CA4-18EF-79FB-3817-E877807CB821}"/>
              </a:ext>
            </a:extLst>
          </p:cNvPr>
          <p:cNvSpPr/>
          <p:nvPr/>
        </p:nvSpPr>
        <p:spPr>
          <a:xfrm>
            <a:off x="1031081" y="1419677"/>
            <a:ext cx="459581" cy="176860"/>
          </a:xfrm>
          <a:custGeom>
            <a:avLst/>
            <a:gdLst>
              <a:gd name="connsiteX0" fmla="*/ 104775 w 469315"/>
              <a:gd name="connsiteY0" fmla="*/ 0 h 195263"/>
              <a:gd name="connsiteX1" fmla="*/ 421482 w 469315"/>
              <a:gd name="connsiteY1" fmla="*/ 64294 h 195263"/>
              <a:gd name="connsiteX2" fmla="*/ 423863 w 469315"/>
              <a:gd name="connsiteY2" fmla="*/ 166688 h 195263"/>
              <a:gd name="connsiteX3" fmla="*/ 0 w 469315"/>
              <a:gd name="connsiteY3" fmla="*/ 195263 h 195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315" h="195263">
                <a:moveTo>
                  <a:pt x="104775" y="0"/>
                </a:moveTo>
                <a:cubicBezTo>
                  <a:pt x="236538" y="18256"/>
                  <a:pt x="368301" y="36513"/>
                  <a:pt x="421482" y="64294"/>
                </a:cubicBezTo>
                <a:cubicBezTo>
                  <a:pt x="474663" y="92075"/>
                  <a:pt x="494110" y="144860"/>
                  <a:pt x="423863" y="166688"/>
                </a:cubicBezTo>
                <a:cubicBezTo>
                  <a:pt x="353616" y="188516"/>
                  <a:pt x="176808" y="191889"/>
                  <a:pt x="0" y="195263"/>
                </a:cubicBezTo>
              </a:path>
            </a:pathLst>
          </a:custGeom>
          <a:noFill/>
          <a:ln w="6350">
            <a:solidFill>
              <a:schemeClr val="tx1"/>
            </a:solidFill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2F11D7-C80D-C159-3A84-4ADE393FDFED}"/>
              </a:ext>
            </a:extLst>
          </p:cNvPr>
          <p:cNvSpPr/>
          <p:nvPr/>
        </p:nvSpPr>
        <p:spPr>
          <a:xfrm>
            <a:off x="689241" y="1342970"/>
            <a:ext cx="517612" cy="120077"/>
          </a:xfrm>
          <a:prstGeom prst="rect">
            <a:avLst/>
          </a:prstGeom>
          <a:solidFill>
            <a:srgbClr val="DAC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Carolina Wren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58A0FF8-7E37-6D5E-5DB8-512A93E52326}"/>
              </a:ext>
            </a:extLst>
          </p:cNvPr>
          <p:cNvSpPr/>
          <p:nvPr/>
        </p:nvSpPr>
        <p:spPr>
          <a:xfrm>
            <a:off x="1725859" y="1298737"/>
            <a:ext cx="814830" cy="120077"/>
          </a:xfrm>
          <a:prstGeom prst="rect">
            <a:avLst/>
          </a:prstGeom>
          <a:solidFill>
            <a:srgbClr val="DAC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Ash-throated Flycatcher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2B4AD5-A446-1632-1A6D-BB3FA4870CAF}"/>
              </a:ext>
            </a:extLst>
          </p:cNvPr>
          <p:cNvSpPr/>
          <p:nvPr/>
        </p:nvSpPr>
        <p:spPr>
          <a:xfrm>
            <a:off x="1206852" y="940698"/>
            <a:ext cx="814829" cy="125701"/>
          </a:xfrm>
          <a:prstGeom prst="rect">
            <a:avLst/>
          </a:prstGeom>
          <a:solidFill>
            <a:srgbClr val="DAC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00" dirty="0">
                <a:solidFill>
                  <a:srgbClr val="9999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Eurasian Tree Sparrow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5E53063-9788-871F-C392-701FFDC267CF}"/>
              </a:ext>
            </a:extLst>
          </p:cNvPr>
          <p:cNvSpPr/>
          <p:nvPr/>
        </p:nvSpPr>
        <p:spPr>
          <a:xfrm>
            <a:off x="1389062" y="2334368"/>
            <a:ext cx="820031" cy="83719"/>
          </a:xfrm>
          <a:prstGeom prst="rect">
            <a:avLst/>
          </a:prstGeom>
          <a:solidFill>
            <a:srgbClr val="DAC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Mountain Bluebird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4709D1-F71D-669A-BE77-442FE85D905B}"/>
              </a:ext>
            </a:extLst>
          </p:cNvPr>
          <p:cNvSpPr/>
          <p:nvPr/>
        </p:nvSpPr>
        <p:spPr>
          <a:xfrm>
            <a:off x="4071037" y="1066399"/>
            <a:ext cx="781050" cy="125701"/>
          </a:xfrm>
          <a:prstGeom prst="rect">
            <a:avLst/>
          </a:prstGeom>
          <a:solidFill>
            <a:srgbClr val="DAC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00" dirty="0">
                <a:solidFill>
                  <a:srgbClr val="9999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Lewis’s Woodpecker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943AFAA-73A0-707C-1B39-1B4D26FB384D}"/>
              </a:ext>
            </a:extLst>
          </p:cNvPr>
          <p:cNvSpPr/>
          <p:nvPr/>
        </p:nvSpPr>
        <p:spPr>
          <a:xfrm>
            <a:off x="3224213" y="716366"/>
            <a:ext cx="907257" cy="90875"/>
          </a:xfrm>
          <a:prstGeom prst="rect">
            <a:avLst/>
          </a:prstGeom>
          <a:solidFill>
            <a:srgbClr val="BACF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00" dirty="0">
                <a:solidFill>
                  <a:srgbClr val="9999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Red-headed Woodpecker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DF906DA-FE0C-C0C1-6837-B83739E6B304}"/>
              </a:ext>
            </a:extLst>
          </p:cNvPr>
          <p:cNvSpPr/>
          <p:nvPr/>
        </p:nvSpPr>
        <p:spPr>
          <a:xfrm>
            <a:off x="689241" y="1883150"/>
            <a:ext cx="820031" cy="83719"/>
          </a:xfrm>
          <a:prstGeom prst="rect">
            <a:avLst/>
          </a:prstGeom>
          <a:solidFill>
            <a:srgbClr val="DAC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Tufted Titmouse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FC88182-4EBD-1AFF-D465-5EE9351B40BC}"/>
              </a:ext>
            </a:extLst>
          </p:cNvPr>
          <p:cNvSpPr/>
          <p:nvPr/>
        </p:nvSpPr>
        <p:spPr>
          <a:xfrm>
            <a:off x="755165" y="589275"/>
            <a:ext cx="903375" cy="133535"/>
          </a:xfrm>
          <a:prstGeom prst="rect">
            <a:avLst/>
          </a:prstGeom>
          <a:solidFill>
            <a:srgbClr val="BACF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White-breasted Nuthatch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4A6A06D-CBA6-AD3F-D6F2-BC63813FFB55}"/>
              </a:ext>
            </a:extLst>
          </p:cNvPr>
          <p:cNvSpPr/>
          <p:nvPr/>
        </p:nvSpPr>
        <p:spPr>
          <a:xfrm>
            <a:off x="469318" y="1674019"/>
            <a:ext cx="252201" cy="652462"/>
          </a:xfrm>
          <a:custGeom>
            <a:avLst/>
            <a:gdLst>
              <a:gd name="connsiteX0" fmla="*/ 252201 w 252201"/>
              <a:gd name="connsiteY0" fmla="*/ 652462 h 652462"/>
              <a:gd name="connsiteX1" fmla="*/ 9313 w 252201"/>
              <a:gd name="connsiteY1" fmla="*/ 133350 h 652462"/>
              <a:gd name="connsiteX2" fmla="*/ 73607 w 252201"/>
              <a:gd name="connsiteY2" fmla="*/ 0 h 652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201" h="652462">
                <a:moveTo>
                  <a:pt x="252201" y="652462"/>
                </a:moveTo>
                <a:cubicBezTo>
                  <a:pt x="145640" y="447278"/>
                  <a:pt x="39079" y="242094"/>
                  <a:pt x="9313" y="133350"/>
                </a:cubicBezTo>
                <a:cubicBezTo>
                  <a:pt x="-20453" y="24606"/>
                  <a:pt x="26577" y="12303"/>
                  <a:pt x="73607" y="0"/>
                </a:cubicBezTo>
              </a:path>
            </a:pathLst>
          </a:custGeom>
          <a:noFill/>
          <a:ln w="6350">
            <a:solidFill>
              <a:schemeClr val="tx1"/>
            </a:solidFill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9FB039-71F6-E282-3BA9-691A899841CC}"/>
              </a:ext>
            </a:extLst>
          </p:cNvPr>
          <p:cNvSpPr/>
          <p:nvPr/>
        </p:nvSpPr>
        <p:spPr>
          <a:xfrm>
            <a:off x="615521" y="813495"/>
            <a:ext cx="490449" cy="125701"/>
          </a:xfrm>
          <a:prstGeom prst="rect">
            <a:avLst/>
          </a:prstGeom>
          <a:solidFill>
            <a:srgbClr val="BACF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00" dirty="0">
                <a:solidFill>
                  <a:srgbClr val="9999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Tree Swallow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537EA4-C357-4D77-3454-4CB70A57AAD2}"/>
              </a:ext>
            </a:extLst>
          </p:cNvPr>
          <p:cNvSpPr/>
          <p:nvPr/>
        </p:nvSpPr>
        <p:spPr>
          <a:xfrm>
            <a:off x="1742943" y="1499811"/>
            <a:ext cx="856544" cy="97804"/>
          </a:xfrm>
          <a:prstGeom prst="rect">
            <a:avLst/>
          </a:prstGeom>
          <a:solidFill>
            <a:srgbClr val="DAC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Great Crested Flycatcher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FD5D765-D0DE-5687-7A54-46621917591A}"/>
              </a:ext>
            </a:extLst>
          </p:cNvPr>
          <p:cNvSpPr/>
          <p:nvPr/>
        </p:nvSpPr>
        <p:spPr>
          <a:xfrm>
            <a:off x="1276349" y="1194049"/>
            <a:ext cx="932743" cy="125701"/>
          </a:xfrm>
          <a:prstGeom prst="rect">
            <a:avLst/>
          </a:prstGeom>
          <a:solidFill>
            <a:srgbClr val="DAC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00" dirty="0">
                <a:solidFill>
                  <a:srgbClr val="9999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Brown-crested Flycatcher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947D9EC-ECDA-74CA-E5B7-010A3950C60F}"/>
              </a:ext>
            </a:extLst>
          </p:cNvPr>
          <p:cNvSpPr/>
          <p:nvPr/>
        </p:nvSpPr>
        <p:spPr>
          <a:xfrm>
            <a:off x="3007521" y="1066399"/>
            <a:ext cx="907256" cy="93971"/>
          </a:xfrm>
          <a:prstGeom prst="rect">
            <a:avLst/>
          </a:prstGeom>
          <a:solidFill>
            <a:srgbClr val="DAC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00" dirty="0">
                <a:solidFill>
                  <a:srgbClr val="9999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Northern Pygmy-Owl</a:t>
            </a:r>
          </a:p>
        </p:txBody>
      </p:sp>
    </p:spTree>
    <p:extLst>
      <p:ext uri="{BB962C8B-B14F-4D97-AF65-F5344CB8AC3E}">
        <p14:creationId xmlns:p14="http://schemas.microsoft.com/office/powerpoint/2010/main" val="4043528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</TotalTime>
  <Words>48</Words>
  <Application>Microsoft Office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Oklahoma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Gilbert, Neil</dc:creator>
  <cp:lastModifiedBy>Gilbert, Neil</cp:lastModifiedBy>
  <cp:revision>1</cp:revision>
  <dcterms:created xsi:type="dcterms:W3CDTF">2025-11-17T14:45:14Z</dcterms:created>
  <dcterms:modified xsi:type="dcterms:W3CDTF">2025-11-24T15:26:01Z</dcterms:modified>
</cp:coreProperties>
</file>