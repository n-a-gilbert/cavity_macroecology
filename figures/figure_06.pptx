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5029200" cy="3657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ACFCF"/>
    <a:srgbClr val="999999"/>
    <a:srgbClr val="DACFBF"/>
    <a:srgbClr val="C7F1F0"/>
    <a:srgbClr val="238D8A"/>
    <a:srgbClr val="175F5D"/>
    <a:srgbClr val="DFC199"/>
    <a:srgbClr val="845D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84E53A-F8E0-492D-8751-FEA0AE99B5E2}" v="18" dt="2025-11-17T17:14:17.9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91" d="100"/>
          <a:sy n="191" d="100"/>
        </p:scale>
        <p:origin x="1086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lbert, Neil" userId="37be9f5c-8f28-415b-96d6-624acf93bb3f" providerId="ADAL" clId="{18ED56B6-1921-416C-9A28-3F6F3C8390B5}"/>
    <pc:docChg chg="undo custSel modSld">
      <pc:chgData name="Gilbert, Neil" userId="37be9f5c-8f28-415b-96d6-624acf93bb3f" providerId="ADAL" clId="{18ED56B6-1921-416C-9A28-3F6F3C8390B5}" dt="2025-11-17T17:15:53.357" v="488" actId="14100"/>
      <pc:docMkLst>
        <pc:docMk/>
      </pc:docMkLst>
      <pc:sldChg chg="addSp delSp modSp mod">
        <pc:chgData name="Gilbert, Neil" userId="37be9f5c-8f28-415b-96d6-624acf93bb3f" providerId="ADAL" clId="{18ED56B6-1921-416C-9A28-3F6F3C8390B5}" dt="2025-11-17T17:15:53.357" v="488" actId="14100"/>
        <pc:sldMkLst>
          <pc:docMk/>
          <pc:sldMk cId="4043528045" sldId="256"/>
        </pc:sldMkLst>
        <pc:spChg chg="add mod">
          <ac:chgData name="Gilbert, Neil" userId="37be9f5c-8f28-415b-96d6-624acf93bb3f" providerId="ADAL" clId="{18ED56B6-1921-416C-9A28-3F6F3C8390B5}" dt="2025-11-17T16:55:04.845" v="105" actId="1076"/>
          <ac:spMkLst>
            <pc:docMk/>
            <pc:sldMk cId="4043528045" sldId="256"/>
            <ac:spMk id="6" creationId="{E6271523-F8A6-262D-A000-2688B873EC19}"/>
          </ac:spMkLst>
        </pc:spChg>
        <pc:spChg chg="add mod">
          <ac:chgData name="Gilbert, Neil" userId="37be9f5c-8f28-415b-96d6-624acf93bb3f" providerId="ADAL" clId="{18ED56B6-1921-416C-9A28-3F6F3C8390B5}" dt="2025-11-17T17:15:53.357" v="488" actId="14100"/>
          <ac:spMkLst>
            <pc:docMk/>
            <pc:sldMk cId="4043528045" sldId="256"/>
            <ac:spMk id="7" creationId="{EF871D36-BDBB-9A29-97E5-A71496C45A2A}"/>
          </ac:spMkLst>
        </pc:spChg>
        <pc:spChg chg="mod">
          <ac:chgData name="Gilbert, Neil" userId="37be9f5c-8f28-415b-96d6-624acf93bb3f" providerId="ADAL" clId="{18ED56B6-1921-416C-9A28-3F6F3C8390B5}" dt="2025-11-17T16:48:03.757" v="8" actId="14100"/>
          <ac:spMkLst>
            <pc:docMk/>
            <pc:sldMk cId="4043528045" sldId="256"/>
            <ac:spMk id="12" creationId="{21C64740-2D7A-DDE5-BB60-C8CCB8A35A0B}"/>
          </ac:spMkLst>
        </pc:spChg>
        <pc:spChg chg="add mod">
          <ac:chgData name="Gilbert, Neil" userId="37be9f5c-8f28-415b-96d6-624acf93bb3f" providerId="ADAL" clId="{18ED56B6-1921-416C-9A28-3F6F3C8390B5}" dt="2025-11-17T17:13:14.941" v="427" actId="1076"/>
          <ac:spMkLst>
            <pc:docMk/>
            <pc:sldMk cId="4043528045" sldId="256"/>
            <ac:spMk id="15" creationId="{54ED1894-0E19-3F59-C89C-1F30DAF95237}"/>
          </ac:spMkLst>
        </pc:spChg>
        <pc:spChg chg="add mod">
          <ac:chgData name="Gilbert, Neil" userId="37be9f5c-8f28-415b-96d6-624acf93bb3f" providerId="ADAL" clId="{18ED56B6-1921-416C-9A28-3F6F3C8390B5}" dt="2025-11-17T16:56:54.875" v="159" actId="14100"/>
          <ac:spMkLst>
            <pc:docMk/>
            <pc:sldMk cId="4043528045" sldId="256"/>
            <ac:spMk id="17" creationId="{089F86C2-7DFE-4015-E3F2-6EE49851D45A}"/>
          </ac:spMkLst>
        </pc:spChg>
        <pc:spChg chg="add mod ord">
          <ac:chgData name="Gilbert, Neil" userId="37be9f5c-8f28-415b-96d6-624acf93bb3f" providerId="ADAL" clId="{18ED56B6-1921-416C-9A28-3F6F3C8390B5}" dt="2025-11-17T16:59:18.364" v="198" actId="207"/>
          <ac:spMkLst>
            <pc:docMk/>
            <pc:sldMk cId="4043528045" sldId="256"/>
            <ac:spMk id="29" creationId="{402F11D7-C80D-C159-3A84-4ADE393FDFED}"/>
          </ac:spMkLst>
        </pc:spChg>
        <pc:spChg chg="add del">
          <ac:chgData name="Gilbert, Neil" userId="37be9f5c-8f28-415b-96d6-624acf93bb3f" providerId="ADAL" clId="{18ED56B6-1921-416C-9A28-3F6F3C8390B5}" dt="2025-11-17T16:58:29.146" v="187" actId="478"/>
          <ac:spMkLst>
            <pc:docMk/>
            <pc:sldMk cId="4043528045" sldId="256"/>
            <ac:spMk id="30" creationId="{15C3F306-50A3-A074-FAC3-D2F0525F28CC}"/>
          </ac:spMkLst>
        </pc:spChg>
        <pc:spChg chg="add mod">
          <ac:chgData name="Gilbert, Neil" userId="37be9f5c-8f28-415b-96d6-624acf93bb3f" providerId="ADAL" clId="{18ED56B6-1921-416C-9A28-3F6F3C8390B5}" dt="2025-11-17T17:01:46.590" v="285" actId="692"/>
          <ac:spMkLst>
            <pc:docMk/>
            <pc:sldMk cId="4043528045" sldId="256"/>
            <ac:spMk id="31" creationId="{BEEA5CA4-18EF-79FB-3817-E877807CB821}"/>
          </ac:spMkLst>
        </pc:spChg>
        <pc:spChg chg="add mod">
          <ac:chgData name="Gilbert, Neil" userId="37be9f5c-8f28-415b-96d6-624acf93bb3f" providerId="ADAL" clId="{18ED56B6-1921-416C-9A28-3F6F3C8390B5}" dt="2025-11-17T17:11:31.873" v="399" actId="1076"/>
          <ac:spMkLst>
            <pc:docMk/>
            <pc:sldMk cId="4043528045" sldId="256"/>
            <ac:spMk id="32" creationId="{B58A0FF8-7E37-6D5E-5DB8-512A93E52326}"/>
          </ac:spMkLst>
        </pc:spChg>
        <pc:spChg chg="add mod">
          <ac:chgData name="Gilbert, Neil" userId="37be9f5c-8f28-415b-96d6-624acf93bb3f" providerId="ADAL" clId="{18ED56B6-1921-416C-9A28-3F6F3C8390B5}" dt="2025-11-17T17:11:41.457" v="401" actId="14100"/>
          <ac:spMkLst>
            <pc:docMk/>
            <pc:sldMk cId="4043528045" sldId="256"/>
            <ac:spMk id="33" creationId="{B32B4AD5-A446-1632-1A6D-BB3FA4870CAF}"/>
          </ac:spMkLst>
        </pc:spChg>
        <pc:spChg chg="add mod">
          <ac:chgData name="Gilbert, Neil" userId="37be9f5c-8f28-415b-96d6-624acf93bb3f" providerId="ADAL" clId="{18ED56B6-1921-416C-9A28-3F6F3C8390B5}" dt="2025-11-17T17:12:36.147" v="408" actId="1076"/>
          <ac:spMkLst>
            <pc:docMk/>
            <pc:sldMk cId="4043528045" sldId="256"/>
            <ac:spMk id="34" creationId="{75E53063-9788-871F-C392-701FFDC267CF}"/>
          </ac:spMkLst>
        </pc:spChg>
        <pc:spChg chg="add mod">
          <ac:chgData name="Gilbert, Neil" userId="37be9f5c-8f28-415b-96d6-624acf93bb3f" providerId="ADAL" clId="{18ED56B6-1921-416C-9A28-3F6F3C8390B5}" dt="2025-11-17T17:13:30.779" v="429" actId="1076"/>
          <ac:spMkLst>
            <pc:docMk/>
            <pc:sldMk cId="4043528045" sldId="256"/>
            <ac:spMk id="35" creationId="{9676F0A1-2827-6185-0340-158159904860}"/>
          </ac:spMkLst>
        </pc:spChg>
        <pc:spChg chg="add mod">
          <ac:chgData name="Gilbert, Neil" userId="37be9f5c-8f28-415b-96d6-624acf93bb3f" providerId="ADAL" clId="{18ED56B6-1921-416C-9A28-3F6F3C8390B5}" dt="2025-11-17T17:02:24.072" v="313" actId="1076"/>
          <ac:spMkLst>
            <pc:docMk/>
            <pc:sldMk cId="4043528045" sldId="256"/>
            <ac:spMk id="36" creationId="{85CFB206-C60C-EA13-2DA0-303936DFAB72}"/>
          </ac:spMkLst>
        </pc:spChg>
        <pc:spChg chg="add mod">
          <ac:chgData name="Gilbert, Neil" userId="37be9f5c-8f28-415b-96d6-624acf93bb3f" providerId="ADAL" clId="{18ED56B6-1921-416C-9A28-3F6F3C8390B5}" dt="2025-11-17T17:13:40.576" v="430" actId="1076"/>
          <ac:spMkLst>
            <pc:docMk/>
            <pc:sldMk cId="4043528045" sldId="256"/>
            <ac:spMk id="37" creationId="{714709D1-F71D-669A-BE77-442FE85D905B}"/>
          </ac:spMkLst>
        </pc:spChg>
        <pc:spChg chg="add mod">
          <ac:chgData name="Gilbert, Neil" userId="37be9f5c-8f28-415b-96d6-624acf93bb3f" providerId="ADAL" clId="{18ED56B6-1921-416C-9A28-3F6F3C8390B5}" dt="2025-11-17T17:14:00.471" v="431" actId="14100"/>
          <ac:spMkLst>
            <pc:docMk/>
            <pc:sldMk cId="4043528045" sldId="256"/>
            <ac:spMk id="38" creationId="{5943AFAA-73A0-707C-1B39-1B4D26FB384D}"/>
          </ac:spMkLst>
        </pc:spChg>
        <pc:spChg chg="add mod">
          <ac:chgData name="Gilbert, Neil" userId="37be9f5c-8f28-415b-96d6-624acf93bb3f" providerId="ADAL" clId="{18ED56B6-1921-416C-9A28-3F6F3C8390B5}" dt="2025-11-17T17:15:42.672" v="487" actId="1036"/>
          <ac:spMkLst>
            <pc:docMk/>
            <pc:sldMk cId="4043528045" sldId="256"/>
            <ac:spMk id="43" creationId="{6DF906DA-FE0C-C0C1-6837-B83739E6B304}"/>
          </ac:spMkLst>
        </pc:spChg>
        <pc:spChg chg="add mod">
          <ac:chgData name="Gilbert, Neil" userId="37be9f5c-8f28-415b-96d6-624acf93bb3f" providerId="ADAL" clId="{18ED56B6-1921-416C-9A28-3F6F3C8390B5}" dt="2025-11-17T17:14:56.063" v="474" actId="1035"/>
          <ac:spMkLst>
            <pc:docMk/>
            <pc:sldMk cId="4043528045" sldId="256"/>
            <ac:spMk id="44" creationId="{2FC88182-4EBD-1AFF-D465-5EE9351B40BC}"/>
          </ac:spMkLst>
        </pc:spChg>
        <pc:picChg chg="add del mod ord">
          <ac:chgData name="Gilbert, Neil" userId="37be9f5c-8f28-415b-96d6-624acf93bb3f" providerId="ADAL" clId="{18ED56B6-1921-416C-9A28-3F6F3C8390B5}" dt="2025-11-17T16:53:09.052" v="9" actId="478"/>
          <ac:picMkLst>
            <pc:docMk/>
            <pc:sldMk cId="4043528045" sldId="256"/>
            <ac:picMk id="3" creationId="{C1221B6E-6CF5-9CB5-6D49-FF5370BB33B2}"/>
          </ac:picMkLst>
        </pc:picChg>
        <pc:picChg chg="add del mod ord">
          <ac:chgData name="Gilbert, Neil" userId="37be9f5c-8f28-415b-96d6-624acf93bb3f" providerId="ADAL" clId="{18ED56B6-1921-416C-9A28-3F6F3C8390B5}" dt="2025-11-17T16:55:56.021" v="111" actId="478"/>
          <ac:picMkLst>
            <pc:docMk/>
            <pc:sldMk cId="4043528045" sldId="256"/>
            <ac:picMk id="5" creationId="{B11C3153-6FD9-4FCE-2AAE-69A4DB10DBBD}"/>
          </ac:picMkLst>
        </pc:picChg>
        <pc:picChg chg="del">
          <ac:chgData name="Gilbert, Neil" userId="37be9f5c-8f28-415b-96d6-624acf93bb3f" providerId="ADAL" clId="{18ED56B6-1921-416C-9A28-3F6F3C8390B5}" dt="2025-11-17T16:47:49.532" v="2" actId="478"/>
          <ac:picMkLst>
            <pc:docMk/>
            <pc:sldMk cId="4043528045" sldId="256"/>
            <ac:picMk id="9" creationId="{BE83B7CE-8D8F-CE1C-C18A-55DC9B19F382}"/>
          </ac:picMkLst>
        </pc:picChg>
        <pc:picChg chg="add del mod ord">
          <ac:chgData name="Gilbert, Neil" userId="37be9f5c-8f28-415b-96d6-624acf93bb3f" providerId="ADAL" clId="{18ED56B6-1921-416C-9A28-3F6F3C8390B5}" dt="2025-11-17T17:10:14.487" v="386" actId="478"/>
          <ac:picMkLst>
            <pc:docMk/>
            <pc:sldMk cId="4043528045" sldId="256"/>
            <ac:picMk id="13" creationId="{AF3FCEC1-950A-904C-F681-0A882BE836B3}"/>
          </ac:picMkLst>
        </pc:picChg>
        <pc:picChg chg="add del mod ord">
          <ac:chgData name="Gilbert, Neil" userId="37be9f5c-8f28-415b-96d6-624acf93bb3f" providerId="ADAL" clId="{18ED56B6-1921-416C-9A28-3F6F3C8390B5}" dt="2025-11-17T17:12:12.606" v="403" actId="478"/>
          <ac:picMkLst>
            <pc:docMk/>
            <pc:sldMk cId="4043528045" sldId="256"/>
            <ac:picMk id="40" creationId="{BDE8A97A-8894-6D36-2129-248DE00E8896}"/>
          </ac:picMkLst>
        </pc:picChg>
        <pc:picChg chg="add mod ord">
          <ac:chgData name="Gilbert, Neil" userId="37be9f5c-8f28-415b-96d6-624acf93bb3f" providerId="ADAL" clId="{18ED56B6-1921-416C-9A28-3F6F3C8390B5}" dt="2025-11-17T17:12:21.429" v="407" actId="167"/>
          <ac:picMkLst>
            <pc:docMk/>
            <pc:sldMk cId="4043528045" sldId="256"/>
            <ac:picMk id="42" creationId="{3F257F0D-94E5-FFBE-3524-2DCED2157CB6}"/>
          </ac:picMkLst>
        </pc:picChg>
        <pc:cxnChg chg="mod">
          <ac:chgData name="Gilbert, Neil" userId="37be9f5c-8f28-415b-96d6-624acf93bb3f" providerId="ADAL" clId="{18ED56B6-1921-416C-9A28-3F6F3C8390B5}" dt="2025-11-17T17:15:14.020" v="483" actId="1038"/>
          <ac:cxnSpMkLst>
            <pc:docMk/>
            <pc:sldMk cId="4043528045" sldId="256"/>
            <ac:cxnSpMk id="16" creationId="{BE4E9DF8-CEEA-ABA9-EF05-7D7B3BDF8B2F}"/>
          </ac:cxnSpMkLst>
        </pc:cxnChg>
        <pc:cxnChg chg="mod">
          <ac:chgData name="Gilbert, Neil" userId="37be9f5c-8f28-415b-96d6-624acf93bb3f" providerId="ADAL" clId="{18ED56B6-1921-416C-9A28-3F6F3C8390B5}" dt="2025-11-17T17:15:20.011" v="485" actId="1037"/>
          <ac:cxnSpMkLst>
            <pc:docMk/>
            <pc:sldMk cId="4043528045" sldId="256"/>
            <ac:cxnSpMk id="23" creationId="{8BBA77F2-8A4B-512B-AC72-29C46A173141}"/>
          </ac:cxnSpMkLst>
        </pc:cxnChg>
        <pc:cxnChg chg="add mod">
          <ac:chgData name="Gilbert, Neil" userId="37be9f5c-8f28-415b-96d6-624acf93bb3f" providerId="ADAL" clId="{18ED56B6-1921-416C-9A28-3F6F3C8390B5}" dt="2025-11-17T17:01:51.016" v="286" actId="692"/>
          <ac:cxnSpMkLst>
            <pc:docMk/>
            <pc:sldMk cId="4043528045" sldId="256"/>
            <ac:cxnSpMk id="26" creationId="{674B634F-DA70-FA21-37CA-6961C7C07B64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7190" y="598593"/>
            <a:ext cx="4274820" cy="1273387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28650" y="1921087"/>
            <a:ext cx="3771900" cy="883073"/>
          </a:xfrm>
        </p:spPr>
        <p:txBody>
          <a:bodyPr/>
          <a:lstStyle>
            <a:lvl1pPr marL="0" indent="0" algn="ctr">
              <a:buNone/>
              <a:defRPr sz="1280"/>
            </a:lvl1pPr>
            <a:lvl2pPr marL="243825" indent="0" algn="ctr">
              <a:buNone/>
              <a:defRPr sz="1067"/>
            </a:lvl2pPr>
            <a:lvl3pPr marL="487650" indent="0" algn="ctr">
              <a:buNone/>
              <a:defRPr sz="960"/>
            </a:lvl3pPr>
            <a:lvl4pPr marL="731474" indent="0" algn="ctr">
              <a:buNone/>
              <a:defRPr sz="853"/>
            </a:lvl4pPr>
            <a:lvl5pPr marL="975299" indent="0" algn="ctr">
              <a:buNone/>
              <a:defRPr sz="853"/>
            </a:lvl5pPr>
            <a:lvl6pPr marL="1219124" indent="0" algn="ctr">
              <a:buNone/>
              <a:defRPr sz="853"/>
            </a:lvl6pPr>
            <a:lvl7pPr marL="1462949" indent="0" algn="ctr">
              <a:buNone/>
              <a:defRPr sz="853"/>
            </a:lvl7pPr>
            <a:lvl8pPr marL="1706773" indent="0" algn="ctr">
              <a:buNone/>
              <a:defRPr sz="853"/>
            </a:lvl8pPr>
            <a:lvl9pPr marL="1950598" indent="0" algn="ctr">
              <a:buNone/>
              <a:defRPr sz="85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1C6C2-BAC9-472E-ACC5-FF5148ED4A3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795B0-C6B1-4FC2-A131-7CBD7AD9C8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9550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1C6C2-BAC9-472E-ACC5-FF5148ED4A3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795B0-C6B1-4FC2-A131-7CBD7AD9C8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761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3138" y="911861"/>
            <a:ext cx="4337685" cy="152146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3138" y="2447714"/>
            <a:ext cx="4337685" cy="800100"/>
          </a:xfrm>
        </p:spPr>
        <p:txBody>
          <a:bodyPr/>
          <a:lstStyle>
            <a:lvl1pPr marL="0" indent="0">
              <a:buNone/>
              <a:defRPr sz="1280">
                <a:solidFill>
                  <a:schemeClr val="tx1">
                    <a:tint val="82000"/>
                  </a:schemeClr>
                </a:solidFill>
              </a:defRPr>
            </a:lvl1pPr>
            <a:lvl2pPr marL="243825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2pPr>
            <a:lvl3pPr marL="48765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3pPr>
            <a:lvl4pPr marL="731474" indent="0">
              <a:buNone/>
              <a:defRPr sz="853">
                <a:solidFill>
                  <a:schemeClr val="tx1">
                    <a:tint val="82000"/>
                  </a:schemeClr>
                </a:solidFill>
              </a:defRPr>
            </a:lvl4pPr>
            <a:lvl5pPr marL="975299" indent="0">
              <a:buNone/>
              <a:defRPr sz="853">
                <a:solidFill>
                  <a:schemeClr val="tx1">
                    <a:tint val="82000"/>
                  </a:schemeClr>
                </a:solidFill>
              </a:defRPr>
            </a:lvl5pPr>
            <a:lvl6pPr marL="1219124" indent="0">
              <a:buNone/>
              <a:defRPr sz="853">
                <a:solidFill>
                  <a:schemeClr val="tx1">
                    <a:tint val="82000"/>
                  </a:schemeClr>
                </a:solidFill>
              </a:defRPr>
            </a:lvl6pPr>
            <a:lvl7pPr marL="1462949" indent="0">
              <a:buNone/>
              <a:defRPr sz="853">
                <a:solidFill>
                  <a:schemeClr val="tx1">
                    <a:tint val="82000"/>
                  </a:schemeClr>
                </a:solidFill>
              </a:defRPr>
            </a:lvl7pPr>
            <a:lvl8pPr marL="1706773" indent="0">
              <a:buNone/>
              <a:defRPr sz="853">
                <a:solidFill>
                  <a:schemeClr val="tx1">
                    <a:tint val="82000"/>
                  </a:schemeClr>
                </a:solidFill>
              </a:defRPr>
            </a:lvl8pPr>
            <a:lvl9pPr marL="1950598" indent="0">
              <a:buNone/>
              <a:defRPr sz="85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1C6C2-BAC9-472E-ACC5-FF5148ED4A3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795B0-C6B1-4FC2-A131-7CBD7AD9C8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9420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5758" y="973666"/>
            <a:ext cx="2137410" cy="2320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46033" y="973666"/>
            <a:ext cx="2137410" cy="2320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1C6C2-BAC9-472E-ACC5-FF5148ED4A3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795B0-C6B1-4FC2-A131-7CBD7AD9C8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442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413" y="194734"/>
            <a:ext cx="4337685" cy="7069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413" y="896620"/>
            <a:ext cx="2127587" cy="439420"/>
          </a:xfrm>
        </p:spPr>
        <p:txBody>
          <a:bodyPr anchor="b"/>
          <a:lstStyle>
            <a:lvl1pPr marL="0" indent="0">
              <a:buNone/>
              <a:defRPr sz="1280" b="1"/>
            </a:lvl1pPr>
            <a:lvl2pPr marL="243825" indent="0">
              <a:buNone/>
              <a:defRPr sz="1067" b="1"/>
            </a:lvl2pPr>
            <a:lvl3pPr marL="487650" indent="0">
              <a:buNone/>
              <a:defRPr sz="960" b="1"/>
            </a:lvl3pPr>
            <a:lvl4pPr marL="731474" indent="0">
              <a:buNone/>
              <a:defRPr sz="853" b="1"/>
            </a:lvl4pPr>
            <a:lvl5pPr marL="975299" indent="0">
              <a:buNone/>
              <a:defRPr sz="853" b="1"/>
            </a:lvl5pPr>
            <a:lvl6pPr marL="1219124" indent="0">
              <a:buNone/>
              <a:defRPr sz="853" b="1"/>
            </a:lvl6pPr>
            <a:lvl7pPr marL="1462949" indent="0">
              <a:buNone/>
              <a:defRPr sz="853" b="1"/>
            </a:lvl7pPr>
            <a:lvl8pPr marL="1706773" indent="0">
              <a:buNone/>
              <a:defRPr sz="853" b="1"/>
            </a:lvl8pPr>
            <a:lvl9pPr marL="1950598" indent="0">
              <a:buNone/>
              <a:defRPr sz="85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6413" y="1336040"/>
            <a:ext cx="2127587" cy="19651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46033" y="896620"/>
            <a:ext cx="2138065" cy="439420"/>
          </a:xfrm>
        </p:spPr>
        <p:txBody>
          <a:bodyPr anchor="b"/>
          <a:lstStyle>
            <a:lvl1pPr marL="0" indent="0">
              <a:buNone/>
              <a:defRPr sz="1280" b="1"/>
            </a:lvl1pPr>
            <a:lvl2pPr marL="243825" indent="0">
              <a:buNone/>
              <a:defRPr sz="1067" b="1"/>
            </a:lvl2pPr>
            <a:lvl3pPr marL="487650" indent="0">
              <a:buNone/>
              <a:defRPr sz="960" b="1"/>
            </a:lvl3pPr>
            <a:lvl4pPr marL="731474" indent="0">
              <a:buNone/>
              <a:defRPr sz="853" b="1"/>
            </a:lvl4pPr>
            <a:lvl5pPr marL="975299" indent="0">
              <a:buNone/>
              <a:defRPr sz="853" b="1"/>
            </a:lvl5pPr>
            <a:lvl6pPr marL="1219124" indent="0">
              <a:buNone/>
              <a:defRPr sz="853" b="1"/>
            </a:lvl6pPr>
            <a:lvl7pPr marL="1462949" indent="0">
              <a:buNone/>
              <a:defRPr sz="853" b="1"/>
            </a:lvl7pPr>
            <a:lvl8pPr marL="1706773" indent="0">
              <a:buNone/>
              <a:defRPr sz="853" b="1"/>
            </a:lvl8pPr>
            <a:lvl9pPr marL="1950598" indent="0">
              <a:buNone/>
              <a:defRPr sz="85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46033" y="1336040"/>
            <a:ext cx="2138065" cy="19651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1C6C2-BAC9-472E-ACC5-FF5148ED4A3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795B0-C6B1-4FC2-A131-7CBD7AD9C8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701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1C6C2-BAC9-472E-ACC5-FF5148ED4A3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795B0-C6B1-4FC2-A131-7CBD7AD9C8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9759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1C6C2-BAC9-472E-ACC5-FF5148ED4A3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795B0-C6B1-4FC2-A131-7CBD7AD9C8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8770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413" y="243840"/>
            <a:ext cx="1622048" cy="853440"/>
          </a:xfrm>
        </p:spPr>
        <p:txBody>
          <a:bodyPr anchor="b"/>
          <a:lstStyle>
            <a:lvl1pPr>
              <a:defRPr sz="170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38065" y="526627"/>
            <a:ext cx="2546033" cy="2599267"/>
          </a:xfrm>
        </p:spPr>
        <p:txBody>
          <a:bodyPr/>
          <a:lstStyle>
            <a:lvl1pPr>
              <a:defRPr sz="1707"/>
            </a:lvl1pPr>
            <a:lvl2pPr>
              <a:defRPr sz="1493"/>
            </a:lvl2pPr>
            <a:lvl3pPr>
              <a:defRPr sz="128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6413" y="1097280"/>
            <a:ext cx="1622048" cy="2032847"/>
          </a:xfrm>
        </p:spPr>
        <p:txBody>
          <a:bodyPr/>
          <a:lstStyle>
            <a:lvl1pPr marL="0" indent="0">
              <a:buNone/>
              <a:defRPr sz="853"/>
            </a:lvl1pPr>
            <a:lvl2pPr marL="243825" indent="0">
              <a:buNone/>
              <a:defRPr sz="747"/>
            </a:lvl2pPr>
            <a:lvl3pPr marL="487650" indent="0">
              <a:buNone/>
              <a:defRPr sz="640"/>
            </a:lvl3pPr>
            <a:lvl4pPr marL="731474" indent="0">
              <a:buNone/>
              <a:defRPr sz="533"/>
            </a:lvl4pPr>
            <a:lvl5pPr marL="975299" indent="0">
              <a:buNone/>
              <a:defRPr sz="533"/>
            </a:lvl5pPr>
            <a:lvl6pPr marL="1219124" indent="0">
              <a:buNone/>
              <a:defRPr sz="533"/>
            </a:lvl6pPr>
            <a:lvl7pPr marL="1462949" indent="0">
              <a:buNone/>
              <a:defRPr sz="533"/>
            </a:lvl7pPr>
            <a:lvl8pPr marL="1706773" indent="0">
              <a:buNone/>
              <a:defRPr sz="533"/>
            </a:lvl8pPr>
            <a:lvl9pPr marL="1950598" indent="0">
              <a:buNone/>
              <a:defRPr sz="5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1C6C2-BAC9-472E-ACC5-FF5148ED4A3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795B0-C6B1-4FC2-A131-7CBD7AD9C8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8952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413" y="243840"/>
            <a:ext cx="1622048" cy="853440"/>
          </a:xfrm>
        </p:spPr>
        <p:txBody>
          <a:bodyPr anchor="b"/>
          <a:lstStyle>
            <a:lvl1pPr>
              <a:defRPr sz="170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38065" y="526627"/>
            <a:ext cx="2546033" cy="2599267"/>
          </a:xfrm>
        </p:spPr>
        <p:txBody>
          <a:bodyPr anchor="t"/>
          <a:lstStyle>
            <a:lvl1pPr marL="0" indent="0">
              <a:buNone/>
              <a:defRPr sz="1707"/>
            </a:lvl1pPr>
            <a:lvl2pPr marL="243825" indent="0">
              <a:buNone/>
              <a:defRPr sz="1493"/>
            </a:lvl2pPr>
            <a:lvl3pPr marL="487650" indent="0">
              <a:buNone/>
              <a:defRPr sz="1280"/>
            </a:lvl3pPr>
            <a:lvl4pPr marL="731474" indent="0">
              <a:buNone/>
              <a:defRPr sz="1067"/>
            </a:lvl4pPr>
            <a:lvl5pPr marL="975299" indent="0">
              <a:buNone/>
              <a:defRPr sz="1067"/>
            </a:lvl5pPr>
            <a:lvl6pPr marL="1219124" indent="0">
              <a:buNone/>
              <a:defRPr sz="1067"/>
            </a:lvl6pPr>
            <a:lvl7pPr marL="1462949" indent="0">
              <a:buNone/>
              <a:defRPr sz="1067"/>
            </a:lvl7pPr>
            <a:lvl8pPr marL="1706773" indent="0">
              <a:buNone/>
              <a:defRPr sz="1067"/>
            </a:lvl8pPr>
            <a:lvl9pPr marL="1950598" indent="0">
              <a:buNone/>
              <a:defRPr sz="10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6413" y="1097280"/>
            <a:ext cx="1622048" cy="2032847"/>
          </a:xfrm>
        </p:spPr>
        <p:txBody>
          <a:bodyPr/>
          <a:lstStyle>
            <a:lvl1pPr marL="0" indent="0">
              <a:buNone/>
              <a:defRPr sz="853"/>
            </a:lvl1pPr>
            <a:lvl2pPr marL="243825" indent="0">
              <a:buNone/>
              <a:defRPr sz="747"/>
            </a:lvl2pPr>
            <a:lvl3pPr marL="487650" indent="0">
              <a:buNone/>
              <a:defRPr sz="640"/>
            </a:lvl3pPr>
            <a:lvl4pPr marL="731474" indent="0">
              <a:buNone/>
              <a:defRPr sz="533"/>
            </a:lvl4pPr>
            <a:lvl5pPr marL="975299" indent="0">
              <a:buNone/>
              <a:defRPr sz="533"/>
            </a:lvl5pPr>
            <a:lvl6pPr marL="1219124" indent="0">
              <a:buNone/>
              <a:defRPr sz="533"/>
            </a:lvl6pPr>
            <a:lvl7pPr marL="1462949" indent="0">
              <a:buNone/>
              <a:defRPr sz="533"/>
            </a:lvl7pPr>
            <a:lvl8pPr marL="1706773" indent="0">
              <a:buNone/>
              <a:defRPr sz="533"/>
            </a:lvl8pPr>
            <a:lvl9pPr marL="1950598" indent="0">
              <a:buNone/>
              <a:defRPr sz="5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1C6C2-BAC9-472E-ACC5-FF5148ED4A3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795B0-C6B1-4FC2-A131-7CBD7AD9C8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9689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1C6C2-BAC9-472E-ACC5-FF5148ED4A3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795B0-C6B1-4FC2-A131-7CBD7AD9C8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3529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599022" y="194733"/>
            <a:ext cx="1084421" cy="309964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5758" y="194733"/>
            <a:ext cx="3190399" cy="309964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1C6C2-BAC9-472E-ACC5-FF5148ED4A3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795B0-C6B1-4FC2-A131-7CBD7AD9C8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9961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5758" y="194734"/>
            <a:ext cx="4337685" cy="7069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758" y="973666"/>
            <a:ext cx="4337685" cy="2320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5758" y="3390054"/>
            <a:ext cx="1131570" cy="1947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01C6C2-BAC9-472E-ACC5-FF5148ED4A3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65923" y="3390054"/>
            <a:ext cx="1697355" cy="1947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551873" y="3390054"/>
            <a:ext cx="1131570" cy="1947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0795B0-C6B1-4FC2-A131-7CBD7AD9C8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490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87650" rtl="0" eaLnBrk="1" latinLnBrk="0" hangingPunct="1">
        <a:lnSpc>
          <a:spcPct val="90000"/>
        </a:lnSpc>
        <a:spcBef>
          <a:spcPct val="0"/>
        </a:spcBef>
        <a:buNone/>
        <a:defRPr sz="234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1912" indent="-121912" algn="l" defTabSz="48765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493" kern="1200">
          <a:solidFill>
            <a:schemeClr val="tx1"/>
          </a:solidFill>
          <a:latin typeface="+mn-lt"/>
          <a:ea typeface="+mn-ea"/>
          <a:cs typeface="+mn-cs"/>
        </a:defRPr>
      </a:lvl1pPr>
      <a:lvl2pPr marL="365737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1280" kern="1200">
          <a:solidFill>
            <a:schemeClr val="tx1"/>
          </a:solidFill>
          <a:latin typeface="+mn-lt"/>
          <a:ea typeface="+mn-ea"/>
          <a:cs typeface="+mn-cs"/>
        </a:defRPr>
      </a:lvl2pPr>
      <a:lvl3pPr marL="609562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1067" kern="1200">
          <a:solidFill>
            <a:schemeClr val="tx1"/>
          </a:solidFill>
          <a:latin typeface="+mn-lt"/>
          <a:ea typeface="+mn-ea"/>
          <a:cs typeface="+mn-cs"/>
        </a:defRPr>
      </a:lvl3pPr>
      <a:lvl4pPr marL="853387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11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5pPr>
      <a:lvl6pPr marL="1341036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6pPr>
      <a:lvl7pPr marL="1584861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7pPr>
      <a:lvl8pPr marL="1828686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8pPr>
      <a:lvl9pPr marL="2072510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1pPr>
      <a:lvl2pPr marL="243825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2pPr>
      <a:lvl3pPr marL="487650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3pPr>
      <a:lvl4pPr marL="731474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4pPr>
      <a:lvl5pPr marL="975299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5pPr>
      <a:lvl6pPr marL="1219124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6pPr>
      <a:lvl7pPr marL="1462949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7pPr>
      <a:lvl8pPr marL="1706773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8pPr>
      <a:lvl9pPr marL="1950598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 descr="A comparison of a number of stars&#10;&#10;AI-generated content may be incorrect.">
            <a:extLst>
              <a:ext uri="{FF2B5EF4-FFF2-40B4-BE49-F238E27FC236}">
                <a16:creationId xmlns:a16="http://schemas.microsoft.com/office/drawing/2014/main" id="{3F257F0D-94E5-FFBE-3524-2DCED2157C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029200" cy="3657600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086E793E-1874-F02A-2E4A-2ED80E7DEBC8}"/>
              </a:ext>
            </a:extLst>
          </p:cNvPr>
          <p:cNvGrpSpPr/>
          <p:nvPr/>
        </p:nvGrpSpPr>
        <p:grpSpPr>
          <a:xfrm>
            <a:off x="447675" y="2973673"/>
            <a:ext cx="2162176" cy="302925"/>
            <a:chOff x="447675" y="2973673"/>
            <a:chExt cx="2162176" cy="30292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4EE4BD3-5201-87D6-64FE-52F86673ADA8}"/>
                </a:ext>
              </a:extLst>
            </p:cNvPr>
            <p:cNvSpPr/>
            <p:nvPr/>
          </p:nvSpPr>
          <p:spPr>
            <a:xfrm>
              <a:off x="447675" y="3156521"/>
              <a:ext cx="1062038" cy="1200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800" i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smaller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A5C0721-7D2E-F25B-770C-2347F90A5666}"/>
                </a:ext>
              </a:extLst>
            </p:cNvPr>
            <p:cNvSpPr/>
            <p:nvPr/>
          </p:nvSpPr>
          <p:spPr>
            <a:xfrm>
              <a:off x="1509713" y="3146996"/>
              <a:ext cx="1100138" cy="1257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i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larger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1C64740-2D7A-DDE5-BB60-C8CCB8A35A0B}"/>
                </a:ext>
              </a:extLst>
            </p:cNvPr>
            <p:cNvSpPr/>
            <p:nvPr/>
          </p:nvSpPr>
          <p:spPr>
            <a:xfrm>
              <a:off x="567329" y="2973673"/>
              <a:ext cx="2009183" cy="144750"/>
            </a:xfrm>
            <a:prstGeom prst="rect">
              <a:avLst/>
            </a:prstGeom>
            <a:solidFill>
              <a:srgbClr val="DACFB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i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species’ size relative to sparrow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ACAD4EF1-9A7B-C8BD-84AF-8B810BA53863}"/>
                </a:ext>
              </a:extLst>
            </p:cNvPr>
            <p:cNvCxnSpPr>
              <a:cxnSpLocks/>
            </p:cNvCxnSpPr>
            <p:nvPr/>
          </p:nvCxnSpPr>
          <p:spPr>
            <a:xfrm>
              <a:off x="1595438" y="3142234"/>
              <a:ext cx="881062" cy="0"/>
            </a:xfrm>
            <a:prstGeom prst="straightConnector1">
              <a:avLst/>
            </a:prstGeom>
            <a:ln w="12700">
              <a:solidFill>
                <a:schemeClr val="tx1"/>
              </a:solidFill>
              <a:prstDash val="sys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BE4E9DF8-CEEA-ABA9-EF05-7D7B3BDF8B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0716" y="3142234"/>
              <a:ext cx="877824" cy="0"/>
            </a:xfrm>
            <a:prstGeom prst="straightConnector1">
              <a:avLst/>
            </a:prstGeom>
            <a:ln w="12700">
              <a:solidFill>
                <a:schemeClr val="tx1"/>
              </a:solidFill>
              <a:prstDash val="sys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32BE4E3-4BE5-BC41-FB34-11701520B3A1}"/>
              </a:ext>
            </a:extLst>
          </p:cNvPr>
          <p:cNvGrpSpPr/>
          <p:nvPr/>
        </p:nvGrpSpPr>
        <p:grpSpPr>
          <a:xfrm>
            <a:off x="2805113" y="2951342"/>
            <a:ext cx="2162176" cy="318543"/>
            <a:chOff x="447675" y="2958055"/>
            <a:chExt cx="2162176" cy="318543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530DB96-8830-FB74-650D-46B053726277}"/>
                </a:ext>
              </a:extLst>
            </p:cNvPr>
            <p:cNvSpPr/>
            <p:nvPr/>
          </p:nvSpPr>
          <p:spPr>
            <a:xfrm>
              <a:off x="447675" y="3156521"/>
              <a:ext cx="1062038" cy="1200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800" i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smaller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5E977EE-6F5A-C0C4-1832-1177EEC57CBD}"/>
                </a:ext>
              </a:extLst>
            </p:cNvPr>
            <p:cNvSpPr/>
            <p:nvPr/>
          </p:nvSpPr>
          <p:spPr>
            <a:xfrm>
              <a:off x="1509713" y="3146996"/>
              <a:ext cx="1100138" cy="1257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i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larger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2156A15-7AE9-B343-DD62-AAC3ADED2C2B}"/>
                </a:ext>
              </a:extLst>
            </p:cNvPr>
            <p:cNvSpPr/>
            <p:nvPr/>
          </p:nvSpPr>
          <p:spPr>
            <a:xfrm>
              <a:off x="540660" y="2958055"/>
              <a:ext cx="2009182" cy="125701"/>
            </a:xfrm>
            <a:prstGeom prst="rect">
              <a:avLst/>
            </a:prstGeom>
            <a:solidFill>
              <a:srgbClr val="DACFB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i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species’ size relative to starling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8BBA77F2-8A4B-512B-AC72-29C46A173141}"/>
                </a:ext>
              </a:extLst>
            </p:cNvPr>
            <p:cNvCxnSpPr>
              <a:cxnSpLocks/>
            </p:cNvCxnSpPr>
            <p:nvPr/>
          </p:nvCxnSpPr>
          <p:spPr>
            <a:xfrm>
              <a:off x="1585444" y="3142234"/>
              <a:ext cx="881062" cy="0"/>
            </a:xfrm>
            <a:prstGeom prst="straightConnector1">
              <a:avLst/>
            </a:prstGeom>
            <a:ln w="12700">
              <a:solidFill>
                <a:schemeClr val="tx1"/>
              </a:solidFill>
              <a:prstDash val="sys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8D3F3D05-DCAB-AF67-85F4-9D752FE5B9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2338" y="3142234"/>
              <a:ext cx="531752" cy="0"/>
            </a:xfrm>
            <a:prstGeom prst="straightConnector1">
              <a:avLst/>
            </a:prstGeom>
            <a:ln w="12700">
              <a:solidFill>
                <a:schemeClr val="tx1"/>
              </a:solidFill>
              <a:prstDash val="sys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E6271523-F8A6-262D-A000-2688B873EC19}"/>
              </a:ext>
            </a:extLst>
          </p:cNvPr>
          <p:cNvSpPr/>
          <p:nvPr/>
        </p:nvSpPr>
        <p:spPr>
          <a:xfrm>
            <a:off x="447675" y="2440844"/>
            <a:ext cx="912812" cy="1200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Violet-green Swallow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F871D36-BDBB-9A29-97E5-A71496C45A2A}"/>
              </a:ext>
            </a:extLst>
          </p:cNvPr>
          <p:cNvSpPr/>
          <p:nvPr/>
        </p:nvSpPr>
        <p:spPr>
          <a:xfrm>
            <a:off x="447675" y="1774825"/>
            <a:ext cx="252542" cy="666019"/>
          </a:xfrm>
          <a:custGeom>
            <a:avLst/>
            <a:gdLst>
              <a:gd name="connsiteX0" fmla="*/ 203026 w 203026"/>
              <a:gd name="connsiteY0" fmla="*/ 669925 h 669925"/>
              <a:gd name="connsiteX1" fmla="*/ 3001 w 203026"/>
              <a:gd name="connsiteY1" fmla="*/ 184150 h 669925"/>
              <a:gd name="connsiteX2" fmla="*/ 101426 w 203026"/>
              <a:gd name="connsiteY2" fmla="*/ 0 h 669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3026" h="669925">
                <a:moveTo>
                  <a:pt x="203026" y="669925"/>
                </a:moveTo>
                <a:cubicBezTo>
                  <a:pt x="111480" y="482864"/>
                  <a:pt x="19934" y="295804"/>
                  <a:pt x="3001" y="184150"/>
                </a:cubicBezTo>
                <a:cubicBezTo>
                  <a:pt x="-13932" y="72496"/>
                  <a:pt x="43747" y="36248"/>
                  <a:pt x="101426" y="0"/>
                </a:cubicBezTo>
              </a:path>
            </a:pathLst>
          </a:custGeom>
          <a:noFill/>
          <a:ln w="6350">
            <a:tailEnd type="triangle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4ED1894-0E19-3F59-C89C-1F30DAF95237}"/>
              </a:ext>
            </a:extLst>
          </p:cNvPr>
          <p:cNvSpPr/>
          <p:nvPr/>
        </p:nvSpPr>
        <p:spPr>
          <a:xfrm>
            <a:off x="1570610" y="1828477"/>
            <a:ext cx="768792" cy="1200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Eastern Bluebird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9F86C2-7DFE-4015-E3F2-6EE49851D45A}"/>
              </a:ext>
            </a:extLst>
          </p:cNvPr>
          <p:cNvSpPr/>
          <p:nvPr/>
        </p:nvSpPr>
        <p:spPr>
          <a:xfrm>
            <a:off x="1869281" y="1708400"/>
            <a:ext cx="793620" cy="1200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Western Bluebird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74B634F-DA70-FA21-37CA-6961C7C07B64}"/>
              </a:ext>
            </a:extLst>
          </p:cNvPr>
          <p:cNvCxnSpPr>
            <a:cxnSpLocks/>
          </p:cNvCxnSpPr>
          <p:nvPr/>
        </p:nvCxnSpPr>
        <p:spPr>
          <a:xfrm flipH="1" flipV="1">
            <a:off x="1595438" y="1674019"/>
            <a:ext cx="359568" cy="78581"/>
          </a:xfrm>
          <a:prstGeom prst="straightConnector1">
            <a:avLst/>
          </a:prstGeom>
          <a:ln w="6350">
            <a:solidFill>
              <a:schemeClr val="tx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BEEA5CA4-18EF-79FB-3817-E877807CB821}"/>
              </a:ext>
            </a:extLst>
          </p:cNvPr>
          <p:cNvSpPr/>
          <p:nvPr/>
        </p:nvSpPr>
        <p:spPr>
          <a:xfrm>
            <a:off x="1042987" y="1478756"/>
            <a:ext cx="447675" cy="180977"/>
          </a:xfrm>
          <a:custGeom>
            <a:avLst/>
            <a:gdLst>
              <a:gd name="connsiteX0" fmla="*/ 104775 w 469315"/>
              <a:gd name="connsiteY0" fmla="*/ 0 h 195263"/>
              <a:gd name="connsiteX1" fmla="*/ 421482 w 469315"/>
              <a:gd name="connsiteY1" fmla="*/ 64294 h 195263"/>
              <a:gd name="connsiteX2" fmla="*/ 423863 w 469315"/>
              <a:gd name="connsiteY2" fmla="*/ 166688 h 195263"/>
              <a:gd name="connsiteX3" fmla="*/ 0 w 469315"/>
              <a:gd name="connsiteY3" fmla="*/ 195263 h 1952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9315" h="195263">
                <a:moveTo>
                  <a:pt x="104775" y="0"/>
                </a:moveTo>
                <a:cubicBezTo>
                  <a:pt x="236538" y="18256"/>
                  <a:pt x="368301" y="36513"/>
                  <a:pt x="421482" y="64294"/>
                </a:cubicBezTo>
                <a:cubicBezTo>
                  <a:pt x="474663" y="92075"/>
                  <a:pt x="494110" y="144860"/>
                  <a:pt x="423863" y="166688"/>
                </a:cubicBezTo>
                <a:cubicBezTo>
                  <a:pt x="353616" y="188516"/>
                  <a:pt x="176808" y="191889"/>
                  <a:pt x="0" y="195263"/>
                </a:cubicBezTo>
              </a:path>
            </a:pathLst>
          </a:custGeom>
          <a:noFill/>
          <a:ln w="6350">
            <a:tailEnd type="triangle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02F11D7-C80D-C159-3A84-4ADE393FDFED}"/>
              </a:ext>
            </a:extLst>
          </p:cNvPr>
          <p:cNvSpPr/>
          <p:nvPr/>
        </p:nvSpPr>
        <p:spPr>
          <a:xfrm>
            <a:off x="650701" y="1413955"/>
            <a:ext cx="517612" cy="120077"/>
          </a:xfrm>
          <a:prstGeom prst="rect">
            <a:avLst/>
          </a:prstGeom>
          <a:solidFill>
            <a:srgbClr val="DACF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Carolina Wren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58A0FF8-7E37-6D5E-5DB8-512A93E52326}"/>
              </a:ext>
            </a:extLst>
          </p:cNvPr>
          <p:cNvSpPr/>
          <p:nvPr/>
        </p:nvSpPr>
        <p:spPr>
          <a:xfrm>
            <a:off x="1196888" y="1275788"/>
            <a:ext cx="903375" cy="120077"/>
          </a:xfrm>
          <a:prstGeom prst="rect">
            <a:avLst/>
          </a:prstGeom>
          <a:solidFill>
            <a:srgbClr val="DACF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Ash-throated Flycatcher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32B4AD5-A446-1632-1A6D-BB3FA4870CAF}"/>
              </a:ext>
            </a:extLst>
          </p:cNvPr>
          <p:cNvSpPr/>
          <p:nvPr/>
        </p:nvSpPr>
        <p:spPr>
          <a:xfrm>
            <a:off x="1153171" y="1016598"/>
            <a:ext cx="874800" cy="125701"/>
          </a:xfrm>
          <a:prstGeom prst="rect">
            <a:avLst/>
          </a:prstGeom>
          <a:solidFill>
            <a:srgbClr val="DACF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dirty="0">
                <a:solidFill>
                  <a:srgbClr val="9999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Eurasian Tree Sparrow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5E53063-9788-871F-C392-701FFDC267CF}"/>
              </a:ext>
            </a:extLst>
          </p:cNvPr>
          <p:cNvSpPr/>
          <p:nvPr/>
        </p:nvSpPr>
        <p:spPr>
          <a:xfrm>
            <a:off x="1408112" y="2348200"/>
            <a:ext cx="820031" cy="83719"/>
          </a:xfrm>
          <a:prstGeom prst="rect">
            <a:avLst/>
          </a:prstGeom>
          <a:solidFill>
            <a:srgbClr val="DACF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Mountain Bluebird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676F0A1-2827-6185-0340-158159904860}"/>
              </a:ext>
            </a:extLst>
          </p:cNvPr>
          <p:cNvSpPr/>
          <p:nvPr/>
        </p:nvSpPr>
        <p:spPr>
          <a:xfrm>
            <a:off x="3513711" y="2164574"/>
            <a:ext cx="1211705" cy="125701"/>
          </a:xfrm>
          <a:prstGeom prst="rect">
            <a:avLst/>
          </a:prstGeom>
          <a:solidFill>
            <a:srgbClr val="DACF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Northern Saw-whet Owl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5CFB206-C60C-EA13-2DA0-303936DFAB72}"/>
              </a:ext>
            </a:extLst>
          </p:cNvPr>
          <p:cNvSpPr/>
          <p:nvPr/>
        </p:nvSpPr>
        <p:spPr>
          <a:xfrm>
            <a:off x="3921729" y="1153890"/>
            <a:ext cx="943356" cy="125701"/>
          </a:xfrm>
          <a:prstGeom prst="rect">
            <a:avLst/>
          </a:prstGeom>
          <a:solidFill>
            <a:srgbClr val="DACF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Northern Saw-whet Owl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4709D1-F71D-669A-BE77-442FE85D905B}"/>
              </a:ext>
            </a:extLst>
          </p:cNvPr>
          <p:cNvSpPr/>
          <p:nvPr/>
        </p:nvSpPr>
        <p:spPr>
          <a:xfrm>
            <a:off x="3811528" y="952146"/>
            <a:ext cx="781050" cy="125701"/>
          </a:xfrm>
          <a:prstGeom prst="rect">
            <a:avLst/>
          </a:prstGeom>
          <a:solidFill>
            <a:srgbClr val="DACF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dirty="0">
                <a:solidFill>
                  <a:srgbClr val="9999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Lewis’s Woodpecker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943AFAA-73A0-707C-1B39-1B4D26FB384D}"/>
              </a:ext>
            </a:extLst>
          </p:cNvPr>
          <p:cNvSpPr/>
          <p:nvPr/>
        </p:nvSpPr>
        <p:spPr>
          <a:xfrm>
            <a:off x="3212307" y="621613"/>
            <a:ext cx="907257" cy="125701"/>
          </a:xfrm>
          <a:prstGeom prst="rect">
            <a:avLst/>
          </a:prstGeom>
          <a:solidFill>
            <a:srgbClr val="BACF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dirty="0">
                <a:solidFill>
                  <a:srgbClr val="9999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Red-headed Woodpecker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DF906DA-FE0C-C0C1-6837-B83739E6B304}"/>
              </a:ext>
            </a:extLst>
          </p:cNvPr>
          <p:cNvSpPr/>
          <p:nvPr/>
        </p:nvSpPr>
        <p:spPr>
          <a:xfrm>
            <a:off x="588081" y="1997815"/>
            <a:ext cx="820031" cy="83719"/>
          </a:xfrm>
          <a:prstGeom prst="rect">
            <a:avLst/>
          </a:prstGeom>
          <a:solidFill>
            <a:srgbClr val="DACF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Tufted Titmouse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FC88182-4EBD-1AFF-D465-5EE9351B40BC}"/>
              </a:ext>
            </a:extLst>
          </p:cNvPr>
          <p:cNvSpPr/>
          <p:nvPr/>
        </p:nvSpPr>
        <p:spPr>
          <a:xfrm>
            <a:off x="745200" y="522508"/>
            <a:ext cx="903375" cy="133535"/>
          </a:xfrm>
          <a:prstGeom prst="rect">
            <a:avLst/>
          </a:prstGeom>
          <a:solidFill>
            <a:srgbClr val="BACF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White-breasted Nuthatch</a:t>
            </a:r>
          </a:p>
        </p:txBody>
      </p:sp>
    </p:spTree>
    <p:extLst>
      <p:ext uri="{BB962C8B-B14F-4D97-AF65-F5344CB8AC3E}">
        <p14:creationId xmlns:p14="http://schemas.microsoft.com/office/powerpoint/2010/main" val="40435280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73</TotalTime>
  <Words>45</Words>
  <Application>Microsoft Office PowerPoint</Application>
  <PresentationFormat>Custom</PresentationFormat>
  <Paragraphs>19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>Oklahoma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Gilbert, Neil</dc:creator>
  <cp:lastModifiedBy>Gilbert, Neil</cp:lastModifiedBy>
  <cp:revision>1</cp:revision>
  <dcterms:created xsi:type="dcterms:W3CDTF">2025-11-17T14:45:14Z</dcterms:created>
  <dcterms:modified xsi:type="dcterms:W3CDTF">2025-11-17T17:16:04Z</dcterms:modified>
</cp:coreProperties>
</file>