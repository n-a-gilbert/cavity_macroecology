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41148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 userDrawn="1">
          <p15:clr>
            <a:srgbClr val="A4A3A4"/>
          </p15:clr>
        </p15:guide>
        <p15:guide id="2" pos="12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5D29"/>
    <a:srgbClr val="175F5D"/>
    <a:srgbClr val="4FB6CA"/>
    <a:srgbClr val="E3C2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BCF187-51CF-4944-9EAA-5640B5896C80}" v="3" dt="2025-11-07T19:11:32.6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3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3858" y="78"/>
      </p:cViewPr>
      <p:guideLst>
        <p:guide orient="horz" pos="2592"/>
        <p:guide pos="1296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bert, Neil" userId="37be9f5c-8f28-415b-96d6-624acf93bb3f" providerId="ADAL" clId="{18ED56B6-1921-416C-9A28-3F6F3C8390B5}"/>
    <pc:docChg chg="custSel modSld">
      <pc:chgData name="Gilbert, Neil" userId="37be9f5c-8f28-415b-96d6-624acf93bb3f" providerId="ADAL" clId="{18ED56B6-1921-416C-9A28-3F6F3C8390B5}" dt="2025-11-07T19:11:35.389" v="17" actId="167"/>
      <pc:docMkLst>
        <pc:docMk/>
      </pc:docMkLst>
      <pc:sldChg chg="addSp delSp modSp mod">
        <pc:chgData name="Gilbert, Neil" userId="37be9f5c-8f28-415b-96d6-624acf93bb3f" providerId="ADAL" clId="{18ED56B6-1921-416C-9A28-3F6F3C8390B5}" dt="2025-11-07T19:11:35.389" v="17" actId="167"/>
        <pc:sldMkLst>
          <pc:docMk/>
          <pc:sldMk cId="2836578197" sldId="256"/>
        </pc:sldMkLst>
        <pc:spChg chg="mod">
          <ac:chgData name="Gilbert, Neil" userId="37be9f5c-8f28-415b-96d6-624acf93bb3f" providerId="ADAL" clId="{18ED56B6-1921-416C-9A28-3F6F3C8390B5}" dt="2025-10-20T17:35:38.811" v="2" actId="207"/>
          <ac:spMkLst>
            <pc:docMk/>
            <pc:sldMk cId="2836578197" sldId="256"/>
            <ac:spMk id="9" creationId="{6194787B-37C2-3A8E-FE79-9E55F41FE5BC}"/>
          </ac:spMkLst>
        </pc:spChg>
        <pc:spChg chg="mod">
          <ac:chgData name="Gilbert, Neil" userId="37be9f5c-8f28-415b-96d6-624acf93bb3f" providerId="ADAL" clId="{18ED56B6-1921-416C-9A28-3F6F3C8390B5}" dt="2025-10-20T17:35:07.719" v="1" actId="207"/>
          <ac:spMkLst>
            <pc:docMk/>
            <pc:sldMk cId="2836578197" sldId="256"/>
            <ac:spMk id="10" creationId="{D16478DC-403D-556C-FCFD-ADE30CE03FAB}"/>
          </ac:spMkLst>
        </pc:spChg>
        <pc:picChg chg="add mod ord">
          <ac:chgData name="Gilbert, Neil" userId="37be9f5c-8f28-415b-96d6-624acf93bb3f" providerId="ADAL" clId="{18ED56B6-1921-416C-9A28-3F6F3C8390B5}" dt="2025-11-07T19:11:35.389" v="17" actId="167"/>
          <ac:picMkLst>
            <pc:docMk/>
            <pc:sldMk cId="2836578197" sldId="256"/>
            <ac:picMk id="3" creationId="{0A85054D-17E0-DCD5-06E7-430D0EC7209F}"/>
          </ac:picMkLst>
        </pc:picChg>
        <pc:picChg chg="add del mod ord">
          <ac:chgData name="Gilbert, Neil" userId="37be9f5c-8f28-415b-96d6-624acf93bb3f" providerId="ADAL" clId="{18ED56B6-1921-416C-9A28-3F6F3C8390B5}" dt="2025-11-07T19:11:26.739" v="13" actId="478"/>
          <ac:picMkLst>
            <pc:docMk/>
            <pc:sldMk cId="2836578197" sldId="256"/>
            <ac:picMk id="4" creationId="{F59186B5-AFB3-3CFC-C22B-CBA33C541F2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8610" y="1346836"/>
            <a:ext cx="3497580" cy="2865120"/>
          </a:xfrm>
        </p:spPr>
        <p:txBody>
          <a:bodyPr anchor="b"/>
          <a:lstStyle>
            <a:lvl1pPr algn="ctr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350" y="4322446"/>
            <a:ext cx="3086100" cy="1986914"/>
          </a:xfrm>
        </p:spPr>
        <p:txBody>
          <a:bodyPr/>
          <a:lstStyle>
            <a:lvl1pPr marL="0" indent="0" algn="ctr">
              <a:buNone/>
              <a:defRPr sz="1080"/>
            </a:lvl1pPr>
            <a:lvl2pPr marL="205740" indent="0" algn="ctr">
              <a:buNone/>
              <a:defRPr sz="900"/>
            </a:lvl2pPr>
            <a:lvl3pPr marL="411480" indent="0" algn="ctr">
              <a:buNone/>
              <a:defRPr sz="810"/>
            </a:lvl3pPr>
            <a:lvl4pPr marL="617220" indent="0" algn="ctr">
              <a:buNone/>
              <a:defRPr sz="720"/>
            </a:lvl4pPr>
            <a:lvl5pPr marL="822960" indent="0" algn="ctr">
              <a:buNone/>
              <a:defRPr sz="720"/>
            </a:lvl5pPr>
            <a:lvl6pPr marL="1028700" indent="0" algn="ctr">
              <a:buNone/>
              <a:defRPr sz="720"/>
            </a:lvl6pPr>
            <a:lvl7pPr marL="1234440" indent="0" algn="ctr">
              <a:buNone/>
              <a:defRPr sz="720"/>
            </a:lvl7pPr>
            <a:lvl8pPr marL="1440180" indent="0" algn="ctr">
              <a:buNone/>
              <a:defRPr sz="720"/>
            </a:lvl8pPr>
            <a:lvl9pPr marL="1645920" indent="0" algn="ctr">
              <a:buNone/>
              <a:defRPr sz="7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95BDC-8D99-4639-AB7D-5820D82CFE5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B0A2-9483-4CCB-AC57-7F6F351FF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36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95BDC-8D99-4639-AB7D-5820D82CFE5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B0A2-9483-4CCB-AC57-7F6F351FF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35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750" y="2051688"/>
            <a:ext cx="3549015" cy="3423284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750" y="5507358"/>
            <a:ext cx="3549015" cy="1800224"/>
          </a:xfrm>
        </p:spPr>
        <p:txBody>
          <a:bodyPr/>
          <a:lstStyle>
            <a:lvl1pPr marL="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1pPr>
            <a:lvl2pPr marL="20574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2pPr>
            <a:lvl3pPr marL="411480" indent="0">
              <a:buNone/>
              <a:defRPr sz="810">
                <a:solidFill>
                  <a:schemeClr val="tx1">
                    <a:tint val="82000"/>
                  </a:schemeClr>
                </a:solidFill>
              </a:defRPr>
            </a:lvl3pPr>
            <a:lvl4pPr marL="61722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4pPr>
            <a:lvl5pPr marL="82296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5pPr>
            <a:lvl6pPr marL="102870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6pPr>
            <a:lvl7pPr marL="123444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7pPr>
            <a:lvl8pPr marL="144018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8pPr>
            <a:lvl9pPr marL="164592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95BDC-8D99-4639-AB7D-5820D82CFE5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B0A2-9483-4CCB-AC57-7F6F351FF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11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2893" y="2190750"/>
            <a:ext cx="174879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3118" y="2190750"/>
            <a:ext cx="174879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95BDC-8D99-4639-AB7D-5820D82CFE5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B0A2-9483-4CCB-AC57-7F6F351FF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362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8" y="438152"/>
            <a:ext cx="3549015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429" y="2017396"/>
            <a:ext cx="1740753" cy="988694"/>
          </a:xfrm>
        </p:spPr>
        <p:txBody>
          <a:bodyPr anchor="b"/>
          <a:lstStyle>
            <a:lvl1pPr marL="0" indent="0">
              <a:buNone/>
              <a:defRPr sz="1080" b="1"/>
            </a:lvl1pPr>
            <a:lvl2pPr marL="205740" indent="0">
              <a:buNone/>
              <a:defRPr sz="900" b="1"/>
            </a:lvl2pPr>
            <a:lvl3pPr marL="411480" indent="0">
              <a:buNone/>
              <a:defRPr sz="810" b="1"/>
            </a:lvl3pPr>
            <a:lvl4pPr marL="617220" indent="0">
              <a:buNone/>
              <a:defRPr sz="720" b="1"/>
            </a:lvl4pPr>
            <a:lvl5pPr marL="822960" indent="0">
              <a:buNone/>
              <a:defRPr sz="720" b="1"/>
            </a:lvl5pPr>
            <a:lvl6pPr marL="1028700" indent="0">
              <a:buNone/>
              <a:defRPr sz="720" b="1"/>
            </a:lvl6pPr>
            <a:lvl7pPr marL="1234440" indent="0">
              <a:buNone/>
              <a:defRPr sz="720" b="1"/>
            </a:lvl7pPr>
            <a:lvl8pPr marL="1440180" indent="0">
              <a:buNone/>
              <a:defRPr sz="720" b="1"/>
            </a:lvl8pPr>
            <a:lvl9pPr marL="1645920" indent="0">
              <a:buNone/>
              <a:defRPr sz="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3429" y="3006090"/>
            <a:ext cx="1740753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83118" y="2017396"/>
            <a:ext cx="1749326" cy="988694"/>
          </a:xfrm>
        </p:spPr>
        <p:txBody>
          <a:bodyPr anchor="b"/>
          <a:lstStyle>
            <a:lvl1pPr marL="0" indent="0">
              <a:buNone/>
              <a:defRPr sz="1080" b="1"/>
            </a:lvl1pPr>
            <a:lvl2pPr marL="205740" indent="0">
              <a:buNone/>
              <a:defRPr sz="900" b="1"/>
            </a:lvl2pPr>
            <a:lvl3pPr marL="411480" indent="0">
              <a:buNone/>
              <a:defRPr sz="810" b="1"/>
            </a:lvl3pPr>
            <a:lvl4pPr marL="617220" indent="0">
              <a:buNone/>
              <a:defRPr sz="720" b="1"/>
            </a:lvl4pPr>
            <a:lvl5pPr marL="822960" indent="0">
              <a:buNone/>
              <a:defRPr sz="720" b="1"/>
            </a:lvl5pPr>
            <a:lvl6pPr marL="1028700" indent="0">
              <a:buNone/>
              <a:defRPr sz="720" b="1"/>
            </a:lvl6pPr>
            <a:lvl7pPr marL="1234440" indent="0">
              <a:buNone/>
              <a:defRPr sz="720" b="1"/>
            </a:lvl7pPr>
            <a:lvl8pPr marL="1440180" indent="0">
              <a:buNone/>
              <a:defRPr sz="720" b="1"/>
            </a:lvl8pPr>
            <a:lvl9pPr marL="1645920" indent="0">
              <a:buNone/>
              <a:defRPr sz="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83118" y="3006090"/>
            <a:ext cx="17493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95BDC-8D99-4639-AB7D-5820D82CFE5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B0A2-9483-4CCB-AC57-7F6F351FF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055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95BDC-8D99-4639-AB7D-5820D82CFE5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B0A2-9483-4CCB-AC57-7F6F351FF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19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95BDC-8D99-4639-AB7D-5820D82CFE5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B0A2-9483-4CCB-AC57-7F6F351FF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234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9" y="548640"/>
            <a:ext cx="1327130" cy="1920240"/>
          </a:xfrm>
        </p:spPr>
        <p:txBody>
          <a:bodyPr anchor="b"/>
          <a:lstStyle>
            <a:lvl1pPr>
              <a:defRPr sz="1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9326" y="1184912"/>
            <a:ext cx="2083118" cy="5848350"/>
          </a:xfrm>
        </p:spPr>
        <p:txBody>
          <a:bodyPr/>
          <a:lstStyle>
            <a:lvl1pPr>
              <a:defRPr sz="1440"/>
            </a:lvl1pPr>
            <a:lvl2pPr>
              <a:defRPr sz="1260"/>
            </a:lvl2pPr>
            <a:lvl3pPr>
              <a:defRPr sz="108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9" y="2468880"/>
            <a:ext cx="1327130" cy="4573906"/>
          </a:xfrm>
        </p:spPr>
        <p:txBody>
          <a:bodyPr/>
          <a:lstStyle>
            <a:lvl1pPr marL="0" indent="0">
              <a:buNone/>
              <a:defRPr sz="720"/>
            </a:lvl1pPr>
            <a:lvl2pPr marL="205740" indent="0">
              <a:buNone/>
              <a:defRPr sz="630"/>
            </a:lvl2pPr>
            <a:lvl3pPr marL="411480" indent="0">
              <a:buNone/>
              <a:defRPr sz="540"/>
            </a:lvl3pPr>
            <a:lvl4pPr marL="617220" indent="0">
              <a:buNone/>
              <a:defRPr sz="450"/>
            </a:lvl4pPr>
            <a:lvl5pPr marL="822960" indent="0">
              <a:buNone/>
              <a:defRPr sz="450"/>
            </a:lvl5pPr>
            <a:lvl6pPr marL="1028700" indent="0">
              <a:buNone/>
              <a:defRPr sz="450"/>
            </a:lvl6pPr>
            <a:lvl7pPr marL="1234440" indent="0">
              <a:buNone/>
              <a:defRPr sz="450"/>
            </a:lvl7pPr>
            <a:lvl8pPr marL="1440180" indent="0">
              <a:buNone/>
              <a:defRPr sz="450"/>
            </a:lvl8pPr>
            <a:lvl9pPr marL="164592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95BDC-8D99-4639-AB7D-5820D82CFE5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B0A2-9483-4CCB-AC57-7F6F351FF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524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9" y="548640"/>
            <a:ext cx="1327130" cy="1920240"/>
          </a:xfrm>
        </p:spPr>
        <p:txBody>
          <a:bodyPr anchor="b"/>
          <a:lstStyle>
            <a:lvl1pPr>
              <a:defRPr sz="1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49326" y="1184912"/>
            <a:ext cx="2083118" cy="5848350"/>
          </a:xfrm>
        </p:spPr>
        <p:txBody>
          <a:bodyPr anchor="t"/>
          <a:lstStyle>
            <a:lvl1pPr marL="0" indent="0">
              <a:buNone/>
              <a:defRPr sz="1440"/>
            </a:lvl1pPr>
            <a:lvl2pPr marL="205740" indent="0">
              <a:buNone/>
              <a:defRPr sz="1260"/>
            </a:lvl2pPr>
            <a:lvl3pPr marL="411480" indent="0">
              <a:buNone/>
              <a:defRPr sz="1080"/>
            </a:lvl3pPr>
            <a:lvl4pPr marL="617220" indent="0">
              <a:buNone/>
              <a:defRPr sz="900"/>
            </a:lvl4pPr>
            <a:lvl5pPr marL="822960" indent="0">
              <a:buNone/>
              <a:defRPr sz="900"/>
            </a:lvl5pPr>
            <a:lvl6pPr marL="1028700" indent="0">
              <a:buNone/>
              <a:defRPr sz="900"/>
            </a:lvl6pPr>
            <a:lvl7pPr marL="1234440" indent="0">
              <a:buNone/>
              <a:defRPr sz="900"/>
            </a:lvl7pPr>
            <a:lvl8pPr marL="1440180" indent="0">
              <a:buNone/>
              <a:defRPr sz="900"/>
            </a:lvl8pPr>
            <a:lvl9pPr marL="164592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9" y="2468880"/>
            <a:ext cx="1327130" cy="4573906"/>
          </a:xfrm>
        </p:spPr>
        <p:txBody>
          <a:bodyPr/>
          <a:lstStyle>
            <a:lvl1pPr marL="0" indent="0">
              <a:buNone/>
              <a:defRPr sz="720"/>
            </a:lvl1pPr>
            <a:lvl2pPr marL="205740" indent="0">
              <a:buNone/>
              <a:defRPr sz="630"/>
            </a:lvl2pPr>
            <a:lvl3pPr marL="411480" indent="0">
              <a:buNone/>
              <a:defRPr sz="540"/>
            </a:lvl3pPr>
            <a:lvl4pPr marL="617220" indent="0">
              <a:buNone/>
              <a:defRPr sz="450"/>
            </a:lvl4pPr>
            <a:lvl5pPr marL="822960" indent="0">
              <a:buNone/>
              <a:defRPr sz="450"/>
            </a:lvl5pPr>
            <a:lvl6pPr marL="1028700" indent="0">
              <a:buNone/>
              <a:defRPr sz="450"/>
            </a:lvl6pPr>
            <a:lvl7pPr marL="1234440" indent="0">
              <a:buNone/>
              <a:defRPr sz="450"/>
            </a:lvl7pPr>
            <a:lvl8pPr marL="1440180" indent="0">
              <a:buNone/>
              <a:defRPr sz="450"/>
            </a:lvl8pPr>
            <a:lvl9pPr marL="164592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95BDC-8D99-4639-AB7D-5820D82CFE5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B0A2-9483-4CCB-AC57-7F6F351FF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03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95BDC-8D99-4639-AB7D-5820D82CFE5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B0A2-9483-4CCB-AC57-7F6F351FF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09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44654" y="438150"/>
            <a:ext cx="887254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2893" y="438150"/>
            <a:ext cx="2610326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95BDC-8D99-4639-AB7D-5820D82CFE5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B0A2-9483-4CCB-AC57-7F6F351FF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250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2893" y="438152"/>
            <a:ext cx="3549015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893" y="2190750"/>
            <a:ext cx="3549015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2893" y="7627622"/>
            <a:ext cx="92583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F95BDC-8D99-4639-AB7D-5820D82CFE5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3028" y="7627622"/>
            <a:ext cx="138874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06078" y="7627622"/>
            <a:ext cx="92583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91B0A2-9483-4CCB-AC57-7F6F351FF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772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11480" rtl="0" eaLnBrk="1" latinLnBrk="0" hangingPunct="1">
        <a:lnSpc>
          <a:spcPct val="90000"/>
        </a:lnSpc>
        <a:spcBef>
          <a:spcPct val="0"/>
        </a:spcBef>
        <a:buNone/>
        <a:defRPr sz="19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2870" indent="-102870" algn="l" defTabSz="41148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4pPr>
      <a:lvl5pPr marL="92583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5pPr>
      <a:lvl6pPr marL="113157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6pPr>
      <a:lvl7pPr marL="133731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7pPr>
      <a:lvl8pPr marL="154305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8pPr>
      <a:lvl9pPr marL="174879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3pPr>
      <a:lvl4pPr marL="61722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6pPr>
      <a:lvl7pPr marL="123444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7pPr>
      <a:lvl8pPr marL="144018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colorful pattern&#10;&#10;AI-generated content may be incorrect.">
            <a:extLst>
              <a:ext uri="{FF2B5EF4-FFF2-40B4-BE49-F238E27FC236}">
                <a16:creationId xmlns:a16="http://schemas.microsoft.com/office/drawing/2014/main" id="{0A85054D-17E0-DCD5-06E7-430D0EC720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14800" cy="8229600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82A2D8B5-D119-EDA6-D007-707B47D66C6A}"/>
              </a:ext>
            </a:extLst>
          </p:cNvPr>
          <p:cNvGrpSpPr/>
          <p:nvPr/>
        </p:nvGrpSpPr>
        <p:grpSpPr>
          <a:xfrm>
            <a:off x="32542" y="91676"/>
            <a:ext cx="4067172" cy="8078094"/>
            <a:chOff x="32542" y="91676"/>
            <a:chExt cx="4067172" cy="807809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09E1B3-67D8-372E-0153-169BB74C1653}"/>
                </a:ext>
              </a:extLst>
            </p:cNvPr>
            <p:cNvSpPr/>
            <p:nvPr/>
          </p:nvSpPr>
          <p:spPr>
            <a:xfrm>
              <a:off x="1543051" y="91676"/>
              <a:ext cx="2526506" cy="7084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2E72412-6636-89D2-A1DD-1AF66059F2DF}"/>
                </a:ext>
              </a:extLst>
            </p:cNvPr>
            <p:cNvGrpSpPr/>
            <p:nvPr/>
          </p:nvGrpSpPr>
          <p:grpSpPr>
            <a:xfrm>
              <a:off x="1624408" y="252411"/>
              <a:ext cx="2381244" cy="137160"/>
              <a:chOff x="1616869" y="717551"/>
              <a:chExt cx="2381244" cy="13716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3F2BE09-7B8F-9D45-324B-D676E42B55A6}"/>
                  </a:ext>
                </a:extLst>
              </p:cNvPr>
              <p:cNvSpPr/>
              <p:nvPr/>
            </p:nvSpPr>
            <p:spPr>
              <a:xfrm>
                <a:off x="2212180" y="717551"/>
                <a:ext cx="595311" cy="137160"/>
              </a:xfrm>
              <a:prstGeom prst="rect">
                <a:avLst/>
              </a:prstGeom>
              <a:solidFill>
                <a:srgbClr val="E3C28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weak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194787B-37C2-3A8E-FE79-9E55F41FE5BC}"/>
                  </a:ext>
                </a:extLst>
              </p:cNvPr>
              <p:cNvSpPr/>
              <p:nvPr/>
            </p:nvSpPr>
            <p:spPr>
              <a:xfrm>
                <a:off x="1616869" y="717551"/>
                <a:ext cx="595311" cy="137160"/>
              </a:xfrm>
              <a:prstGeom prst="rect">
                <a:avLst/>
              </a:prstGeom>
              <a:solidFill>
                <a:srgbClr val="845D2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strong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16478DC-403D-556C-FCFD-ADE30CE03FAB}"/>
                  </a:ext>
                </a:extLst>
              </p:cNvPr>
              <p:cNvSpPr/>
              <p:nvPr/>
            </p:nvSpPr>
            <p:spPr>
              <a:xfrm>
                <a:off x="2807491" y="717551"/>
                <a:ext cx="595311" cy="137160"/>
              </a:xfrm>
              <a:prstGeom prst="rect">
                <a:avLst/>
              </a:prstGeom>
              <a:solidFill>
                <a:srgbClr val="175F5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strong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F8FDA65-CBAE-06E5-6109-1C87C1E0E0AA}"/>
                  </a:ext>
                </a:extLst>
              </p:cNvPr>
              <p:cNvSpPr/>
              <p:nvPr/>
            </p:nvSpPr>
            <p:spPr>
              <a:xfrm>
                <a:off x="3402802" y="717551"/>
                <a:ext cx="595311" cy="137160"/>
              </a:xfrm>
              <a:prstGeom prst="rect">
                <a:avLst/>
              </a:prstGeom>
              <a:solidFill>
                <a:srgbClr val="4FB6C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weak</a:t>
                </a:r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6D3BD2E-ADEE-F9CE-7C8E-1F1FC3F164F7}"/>
                </a:ext>
              </a:extLst>
            </p:cNvPr>
            <p:cNvSpPr/>
            <p:nvPr/>
          </p:nvSpPr>
          <p:spPr>
            <a:xfrm>
              <a:off x="1512095" y="465136"/>
              <a:ext cx="785814" cy="25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non-excavators </a:t>
              </a:r>
            </a:p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(similar size)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AA03628-F8AB-37E3-2DE3-8D1D762BDBEF}"/>
                </a:ext>
              </a:extLst>
            </p:cNvPr>
            <p:cNvSpPr/>
            <p:nvPr/>
          </p:nvSpPr>
          <p:spPr>
            <a:xfrm>
              <a:off x="2123278" y="465928"/>
              <a:ext cx="785814" cy="254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non-excavators </a:t>
              </a:r>
            </a:p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(all)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B516BCC-69C4-840D-D866-27B1A9DBE0D0}"/>
                </a:ext>
              </a:extLst>
            </p:cNvPr>
            <p:cNvSpPr/>
            <p:nvPr/>
          </p:nvSpPr>
          <p:spPr>
            <a:xfrm>
              <a:off x="2718589" y="459185"/>
              <a:ext cx="785814" cy="254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non-</a:t>
              </a: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excavators </a:t>
              </a:r>
            </a:p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(similar size)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93085B9-E1BF-1B01-F473-94083B6D8598}"/>
                </a:ext>
              </a:extLst>
            </p:cNvPr>
            <p:cNvSpPr/>
            <p:nvPr/>
          </p:nvSpPr>
          <p:spPr>
            <a:xfrm>
              <a:off x="3313900" y="459185"/>
              <a:ext cx="785814" cy="254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non-</a:t>
              </a: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excavators </a:t>
              </a:r>
            </a:p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(all)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568416D-0CFA-A5CB-321B-F001E1604CAF}"/>
                </a:ext>
              </a:extLst>
            </p:cNvPr>
            <p:cNvSpPr/>
            <p:nvPr/>
          </p:nvSpPr>
          <p:spPr>
            <a:xfrm>
              <a:off x="266701" y="411955"/>
              <a:ext cx="1085850" cy="3960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effect of abundance of 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A5E7229-9A91-FBEE-002B-EBDB5B908A8D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1234682" y="586185"/>
              <a:ext cx="277413" cy="595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0196507-EDB4-D34F-A41F-8C38D9C1AD10}"/>
                </a:ext>
              </a:extLst>
            </p:cNvPr>
            <p:cNvSpPr/>
            <p:nvPr/>
          </p:nvSpPr>
          <p:spPr>
            <a:xfrm>
              <a:off x="32542" y="234649"/>
              <a:ext cx="1328145" cy="1390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hypothesized pattern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A9948B2-79FA-057C-954D-26AC080A372E}"/>
                </a:ext>
              </a:extLst>
            </p:cNvPr>
            <p:cNvCxnSpPr>
              <a:cxnSpLocks/>
            </p:cNvCxnSpPr>
            <p:nvPr/>
          </p:nvCxnSpPr>
          <p:spPr>
            <a:xfrm>
              <a:off x="1309095" y="303213"/>
              <a:ext cx="277413" cy="595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3D7C5FE-2DCC-790C-64D0-9F68D1088D2C}"/>
                </a:ext>
              </a:extLst>
            </p:cNvPr>
            <p:cNvSpPr/>
            <p:nvPr/>
          </p:nvSpPr>
          <p:spPr>
            <a:xfrm>
              <a:off x="320282" y="7336630"/>
              <a:ext cx="1085850" cy="3960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b="1" dirty="0">
                  <a:solidFill>
                    <a:srgbClr val="845D2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competition</a:t>
              </a:r>
              <a:endParaRPr lang="en-US" sz="900" b="1" dirty="0">
                <a:solidFill>
                  <a:srgbClr val="845D29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Left Brace 31">
              <a:extLst>
                <a:ext uri="{FF2B5EF4-FFF2-40B4-BE49-F238E27FC236}">
                  <a16:creationId xmlns:a16="http://schemas.microsoft.com/office/drawing/2014/main" id="{76617FD6-4AA6-9F4C-3B3D-41B0A403F1DC}"/>
                </a:ext>
              </a:extLst>
            </p:cNvPr>
            <p:cNvSpPr/>
            <p:nvPr/>
          </p:nvSpPr>
          <p:spPr>
            <a:xfrm>
              <a:off x="1159669" y="7437631"/>
              <a:ext cx="304874" cy="215901"/>
            </a:xfrm>
            <a:prstGeom prst="leftBrace">
              <a:avLst/>
            </a:prstGeom>
            <a:ln>
              <a:solidFill>
                <a:srgbClr val="845D2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EB559A0-E7AB-266E-8A67-D91FCD8AD707}"/>
                </a:ext>
              </a:extLst>
            </p:cNvPr>
            <p:cNvSpPr/>
            <p:nvPr/>
          </p:nvSpPr>
          <p:spPr>
            <a:xfrm>
              <a:off x="320282" y="7834208"/>
              <a:ext cx="1085850" cy="3355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b="1" dirty="0">
                  <a:solidFill>
                    <a:srgbClr val="175F5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facilitation</a:t>
              </a:r>
              <a:endParaRPr lang="en-US" sz="900" b="1" dirty="0">
                <a:solidFill>
                  <a:srgbClr val="175F5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Left Brace 33">
              <a:extLst>
                <a:ext uri="{FF2B5EF4-FFF2-40B4-BE49-F238E27FC236}">
                  <a16:creationId xmlns:a16="http://schemas.microsoft.com/office/drawing/2014/main" id="{D2DE4272-4041-1F93-A646-7D6D2BF281ED}"/>
                </a:ext>
              </a:extLst>
            </p:cNvPr>
            <p:cNvSpPr/>
            <p:nvPr/>
          </p:nvSpPr>
          <p:spPr>
            <a:xfrm>
              <a:off x="1159669" y="7912795"/>
              <a:ext cx="304874" cy="215901"/>
            </a:xfrm>
            <a:prstGeom prst="leftBrace">
              <a:avLst/>
            </a:prstGeom>
            <a:ln>
              <a:solidFill>
                <a:srgbClr val="175F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BCC76688-5B35-65AB-DA79-F6A1DBF1BE0C}"/>
              </a:ext>
            </a:extLst>
          </p:cNvPr>
          <p:cNvSpPr/>
          <p:nvPr/>
        </p:nvSpPr>
        <p:spPr>
          <a:xfrm>
            <a:off x="1624408" y="44450"/>
            <a:ext cx="1190622" cy="207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845D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competition</a:t>
            </a:r>
            <a:endParaRPr lang="en-US" sz="900" b="1" dirty="0">
              <a:solidFill>
                <a:srgbClr val="845D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BD3C55-23E8-7685-0BCC-23ED5C3E80A9}"/>
              </a:ext>
            </a:extLst>
          </p:cNvPr>
          <p:cNvSpPr/>
          <p:nvPr/>
        </p:nvSpPr>
        <p:spPr>
          <a:xfrm>
            <a:off x="2815029" y="42099"/>
            <a:ext cx="1190622" cy="2103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175F5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facilitation</a:t>
            </a:r>
            <a:endParaRPr lang="en-US" sz="900" b="1" dirty="0">
              <a:solidFill>
                <a:srgbClr val="175F5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578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32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Oklahoma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Gilbert, Neil</dc:creator>
  <cp:lastModifiedBy>Gilbert, Neil</cp:lastModifiedBy>
  <cp:revision>1</cp:revision>
  <dcterms:created xsi:type="dcterms:W3CDTF">2025-10-15T14:04:14Z</dcterms:created>
  <dcterms:modified xsi:type="dcterms:W3CDTF">2025-11-07T19:11:41Z</dcterms:modified>
</cp:coreProperties>
</file>